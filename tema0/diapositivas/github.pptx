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8" r:id="rId11"/>
    <p:sldId id="270" r:id="rId12"/>
    <p:sldId id="27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3" r:id="rId32"/>
    <p:sldId id="295" r:id="rId33"/>
    <p:sldId id="297" r:id="rId34"/>
    <p:sldId id="29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7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y Repositorios Remotos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Repositorios remotos, autenticación, trabajo colaborativo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¿Qué es un Repositorio Remoto?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39271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30711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repositorio remoto es una copia de tu repositorio de Git alojada en un servidor de internet. Contiene una réplica completa de la historia del proyecto: commits, ramas y etiquetas.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36551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236551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utilidades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785191"/>
            <a:ext cx="1109167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desarrolladores pueden trabajar sobre el mismo proyecto y compartir sus cambios.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de seguridad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ordenador falla, el código sigue estando en la nube.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mostrar tu trabajo como portafolio o conectarlo a servidores de despliegue.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local ↔ remoto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91540"/>
            <a:ext cx="5029200" cy="3404740"/>
          </a:xfrm>
          <a:prstGeom prst="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960119"/>
            <a:ext cx="4754880" cy="389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Tu ordenador (LOCAL)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1371600" cy="6809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280160" cy="583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trabajo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463040"/>
            <a:ext cx="182880" cy="680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19469" y="2171700"/>
            <a:ext cx="1007707" cy="340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1463040"/>
            <a:ext cx="1371600" cy="6809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377440" y="1508760"/>
            <a:ext cx="1280160" cy="583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/ índice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463040"/>
            <a:ext cx="182880" cy="680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65389" y="2116183"/>
            <a:ext cx="1007707" cy="340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86200" y="1463040"/>
            <a:ext cx="1371600" cy="6809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931920" y="1508760"/>
            <a:ext cx="1280160" cy="583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local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868680"/>
            <a:ext cx="4846320" cy="3404740"/>
          </a:xfrm>
          <a:prstGeom prst="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172200" y="960119"/>
            <a:ext cx="4572000" cy="389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4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GitHub (REMOTO)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2103120" cy="6809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60920" y="1508760"/>
            <a:ext cx="2011680" cy="583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remoto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2423160"/>
            <a:ext cx="97916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2" name="Text 20"/>
          <p:cNvSpPr/>
          <p:nvPr/>
        </p:nvSpPr>
        <p:spPr>
          <a:xfrm>
            <a:off x="5212079" y="2194559"/>
            <a:ext cx="1678561" cy="291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94960" y="2788920"/>
            <a:ext cx="979160" cy="0"/>
          </a:xfrm>
          <a:prstGeom prst="line">
            <a:avLst/>
          </a:prstGeom>
          <a:noFill/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4" name="Text 22"/>
          <p:cNvSpPr/>
          <p:nvPr/>
        </p:nvSpPr>
        <p:spPr>
          <a:xfrm>
            <a:off x="5212079" y="2834639"/>
            <a:ext cx="1678561" cy="291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4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git pull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79" y="3154679"/>
            <a:ext cx="2377961" cy="291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git fetch (solo info)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963" y="52120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14563" y="53035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a GitHub: • GitLab (open source, muy usado en empresas)  • Bitbucket (Atlassian, integra con Jira/Trello)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Registro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crear repositorios remotos o colaborar en proyectos, necesitas una cuenta. El proceso es gratuito.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para registrarse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33446"/>
            <a:ext cx="686919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https://github.com/ y haz clic en “Sign up” (arriba a la derecha).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tu correo electrónico, elige una contraseña y un nombre de usuario.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el puzzle de verificación.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 enviará un código numérico al correo. Intróducelo en la pantalla de confirmación.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tienes acceso a tu panel de control (dashboard) desde donde puedes crear y explorar repositorios.</a:t>
            </a:r>
            <a:endParaRPr lang="en-US" sz="15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7383313A-5600-0994-3EA2-88FCAB3C8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423" y="2331720"/>
            <a:ext cx="2556189" cy="3803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GitHub tras iniciar sesión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control de GitHub: a la izquierda el listado de repositorios (vacío al empezar) y el botón verde “New” para crear uno nuevo.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8938"/>
            <a:ext cx="11091672" cy="4468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Autenticación y Conexión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60566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352006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la terminal no se puede usar la contraseña de la cuenta. GitHub exige uno de estos métodos: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823661"/>
              </p:ext>
            </p:extLst>
          </p:nvPr>
        </p:nvGraphicFramePr>
        <p:xfrm>
          <a:off x="548640" y="2129246"/>
          <a:ext cx="11091672" cy="27432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funciona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PAT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Generas una “contraseña larga” específica para repositorios, revocable en cualquier momento.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más habitual al empezar.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Claves SSH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 de claves criptográficas en tu ordenador. Una vez configuradas, no pide credenciales.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profesional, más cómodo a largo plazo.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CLI (gh)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oficial de consola que autentica a través del navegador.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se trabaja mucho con la CLI de GitHub.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8640" y="5055326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77240" y="5146766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Recomendación: El PAT es más rápido de configurar al principio. Las claves SSH son más seguras y no requieren pegar ningún token en cada push. En un entorno profesional, SSH es el estándar.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un Token de Acceso Personal (PAT)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9978" y="1139267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12858" y="1139267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en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9978" y="1687907"/>
            <a:ext cx="542295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GitHub, haz clic en tu foto de perfil → Settings.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por el menú lateral hasta &lt; &gt; Developer settings.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Personal access tokens → Tokens (classic).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Generate new token → Generate new token (classic).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un nombre descriptivo y marca la casilla “repo” para permisos de lectura/escritura.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al final de la página y haz clic en Generate token.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9978" y="4842587"/>
            <a:ext cx="4891107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58578" y="4934027"/>
            <a:ext cx="46894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Esta es la única vez que GitHub te muestra el token. Si cierras la pestaña sin copiarlo, tendrás que generar uno nuevo.</a:t>
            </a:r>
            <a:endParaRPr lang="en-US" sz="14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FB6067A-0031-70F2-C4E0-1CC94EAFC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684" y="1779347"/>
            <a:ext cx="580296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generado — cópialo ahora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37996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429436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Copia el token completo ahora. GitHub no volverá a mostrártelo. Cuando Git pida contraseña al hacer push, pega este token.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20543"/>
            <a:ext cx="11091672" cy="30513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SSH — Paso 1: Generar la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quieres pegar el token cada vez que subes código, configura una clave SSH. El proceso es de una sola vez.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clave en Git Bash con tu correo de GitHub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64008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377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ssh-keygen -t ed25519 -C "tu_correo@ejemplo.com"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terminal pregunta dónde guardar la clave: pulsa Enter para aceptar la ruta por defecto.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pedir una passphrase (contraseña de la clave): pulsa Enter para dejarlo en blanco.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dibujo ASCII al final confirma que la clave se ha generado en la carpeta .ssh de tu ordenador.</a:t>
            </a:r>
            <a:endParaRPr lang="en-US" sz="15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5DF7C69D-9520-5013-F8ED-0C98B6232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761" y="4043887"/>
            <a:ext cx="5243300" cy="2603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SSH — Paso 2: Copiar la clave pública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ha generado dos archivos: la clave privada (nunca la compartas) y la clave pública (la que le damos a GitHub). Copia la pública: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para copiar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1672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008" cy="1645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(Git Bash)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 &lt; ~/.ssh/id_ed25519.pub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pbcopy &lt; ~/.ssh/id_ed25519.pub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muéstrala en pantalla y cópiala manualmente: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~/.ssh/id_ed25519.pub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4379976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pública siempre empieza por ssh-ed25519.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privada (sin .pub) no debes compartirla nunca con nadie.</a:t>
            </a:r>
            <a:endParaRPr lang="en-US" sz="15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64BB1A5-31A6-F5DD-3AEE-19B64A5FE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72" y="5116495"/>
            <a:ext cx="7582756" cy="13616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SSH — Paso 3: Añadir la clave a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en la web de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GitHub → tu foto de perfil → Settings → SSH and GPG keys.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New SSH key.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 título (p. ej. “Portátil clase”) y pega la clave pública en el campo de texto.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clic en Add SSH key.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87364"/>
            <a:ext cx="3827417" cy="1404791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3822192"/>
            <a:ext cx="3696204" cy="1092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ahora, cuando clones un proyecto usa la URL SSH (empieza por git@github.com:...) en lugar de HTTPS. Cualquier push o pull funcionará sin pedirte credenciales.</a:t>
            </a:r>
            <a:endParaRPr lang="en-US" sz="15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13EFBC3D-D70B-EF9D-5799-E78C8780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938" y="2571423"/>
            <a:ext cx="6653494" cy="35073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— Clave añadida correctamente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9087"/>
            <a:ext cx="11091672" cy="3505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Subir tu proyecto — Paso 1: Crear el repositorio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 que has estado trabajando en local con git init, git add y git commit. Ahora quieres subirlo a GitHub.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repositorio vacío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068389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en tu cuenta de GitHub y pulsa el botón New para crear un nuevo repositorio.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 un nombre y decide si será público o privado.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Si ya tienes un repositorio local listo, NO marques las opciones de añadir README, .gitignore ni licencia desde la web.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 que GitHub te dé un repositorio completamente vacío para que no haya conflictos con tu historial local.</a:t>
            </a:r>
            <a:endParaRPr lang="en-US" sz="15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108A5915-BE68-D5CC-0AF6-0DF34B627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2323322"/>
            <a:ext cx="3728320" cy="36659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Enlazar local con remoto (git remote add)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60564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352004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alias “origin” es un apodo que le damos a la URL del servidor remoto. Por convención siempre se llama origin; así no tienes que escribir la URL completa cada vez.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20684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220684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el protocolo configurado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7693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89364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3089364"/>
            <a:ext cx="64008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49808" y="3180804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https://github.com/tu-usuario/tu-repositorio.git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294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49484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4049484"/>
            <a:ext cx="64008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9808" y="4140924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git@github.com:tu-usuario/tu-repositorio.git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68956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el enlace se ha creado: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09604"/>
            <a:ext cx="11091672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48640" y="5009604"/>
            <a:ext cx="64008" cy="457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49808" y="5101044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 — origin enlazado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53873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445313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 confirma que origin apunta a la URL correcta tanto para push como para fetch.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68571"/>
            <a:ext cx="11091672" cy="3762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El primer push (git push -u origin main)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51235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342675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vez añade -u (--set-upstream) para vincular tu rama local con la rama remota. A partir de ahí, Git sabe adónde ir cuando ejecutas git push o git pull a secas.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57075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257075"/>
            <a:ext cx="64008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2348515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42875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4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Info: ¿Por qué me pide (o no me pide) contraseña?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62915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pide usuario y contraseña: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el Token PAT como contraseña. Tu contraseña de GitHub no funcionará.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pide nada: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 SSH configurado, o el Git Credential Manager de Windows ha guardado tus credenciales.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71675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4863115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No uses git push --force salvo que estés seguro. --force sobreescribe el historial del servidor y puede borrar el trabajo de tus compañeros. Haz primero git pull y luego vuelve a hacer push.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push exitoso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main con las estadísticas de éxito (Writing objects: 100%) y el aviso de que la rama remota queda enlazada.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1645920"/>
            <a:ext cx="9983419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en GitHub con los archivos subidos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09856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501296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repositorio en GitHub muestra los archivos locales junto al mensaje y la fecha de cada commit.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373"/>
            <a:ext cx="11091672" cy="27882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Clonar un repositorio (git clone)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95253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86693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 a un ordenador donde no tienes nada del proyecto. En lugar de git init, usas git clone con la URL del repositorio.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9653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109653"/>
            <a:ext cx="64008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2201093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https://github.com/tu-usuario/tu-repositorio.git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con SSH si lo tienes configurado: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git@github.com:tu-usuario/tu-repositorio.git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9773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3069773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hace tres cosas de golpe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618413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carpeta con el nombre del repositorio.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todos los commits, ramas y archivos.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origin apuntando al remoto automáticamente.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127173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la URL: entra en el repositorio y haz clic en el botón verde “&lt;&gt; Code”.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Code — cómo obtener la URL de clonación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130" y="868680"/>
            <a:ext cx="920069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en la terminal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31631"/>
            <a:ext cx="11091672" cy="49604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fetch vs git pull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028506"/>
              </p:ext>
            </p:extLst>
          </p:nvPr>
        </p:nvGraphicFramePr>
        <p:xfrm>
          <a:off x="548640" y="1400525"/>
          <a:ext cx="11091673" cy="2834640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fetch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pull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 al remoto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Descarga cambios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Modifica tus archivos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quieres revisar antes de integrar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quieres actualizar directamente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18045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4509485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¿Y si git pull genera un conflicto? Si tú y otra persona habéis modificado el mismo archivo, Git no puede fusionarlos solo. Abre el archivo, edita las marcas &lt;&lt;&lt;&lt;&lt;&lt;&lt; / ======= / &gt;&gt;&gt;&gt;&gt;&gt;&gt;, guarda, haz git add del archivo resuelto y cierra con git commit.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— integrar cambios del remoto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8600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4004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integra un cambio hecho desde la web de GitHub. La salida muestra el fast-forward y las estadísticas del archivo modificado.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1072"/>
            <a:ext cx="11091672" cy="35988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Ramas en el repositorio remoto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51235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342675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aprendiste sobre ramas funciona igual en el remoto. Una rama local solo existe en tu ordenador hasta que la subes explícitamente.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65635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165635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una rama en GitHub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14275"/>
            <a:ext cx="11091672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714275"/>
            <a:ext cx="64008" cy="1005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2805715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nueva-funcionalidad   # crea la rama y cambia a ella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trabajas, haces commits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nueva-funcionalidad  # la primera vez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                              # las siguientes veces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02995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31520" y="3902995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Borrar una rama del remoto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51635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4451635"/>
            <a:ext cx="64008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9808" y="4543075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--delete nueva-funcionalidad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91715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puedes borrarla desde la web de GitHub en la sección Branches → icono de papelera.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Borrar la rama remota no elimina la rama local; hay que borrarla por separado.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rama con git push -u origin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[new branch] en la salida de git push confirma que la rama ha llegado al servidor.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411" y="1645920"/>
            <a:ext cx="6442131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de ramas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selector de ramas (arriba a la izquierda del código) muestra todas las ramas subidas. Puedes navegar por ellas o iniciar una Pull Request.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378" y="1691640"/>
            <a:ext cx="742419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 Pull Requests: proponer cambios para revisión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(PR) es una petición que abres en GitHub para que alguien revise tu rama antes de fusionarla en main. Es el mecanismo central del trabajo colaborativo.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típico con PRs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10916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Subes tu rama al remoto: git push -u origin mi-rama.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 aparece un aviso automático con el botón “Compare &amp; pull request”.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Escribes un título y una descripción explicando qué has cambiado y por qué.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compañero revisa los cambios en la pestaña “Files changed” (líneas en verde = añadidas, en rojo = borradas).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 está bien, se pulsa “Merge pull request” y los cambios pasan a main.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rama puede borrarse automáticamente después del merge.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7240" y="544068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Las PRs no son solo para equipos grandes. Úsalas en proyectos propios para tener historial de decisiones y una forma ordenada de trabajar por funcionalidades.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— diagrama de flujo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14344" cy="91440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422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mi-rama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17264" y="132588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7304" y="1325880"/>
            <a:ext cx="3514344" cy="91440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383024" y="1371600"/>
            <a:ext cx="3422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PR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05928" y="132588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25968" y="1325880"/>
            <a:ext cx="3514344" cy="91440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171688" y="1371600"/>
            <a:ext cx="3422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equipo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¿Aprobado?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62956" cy="731520"/>
          </a:xfrm>
          <a:prstGeom prst="roundRect">
            <a:avLst/>
          </a:prstGeom>
          <a:solidFill>
            <a:srgbClr val="FBE9E7"/>
          </a:solidFill>
          <a:ln w="1651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5180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Sí → Merge a main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7356" y="3017520"/>
            <a:ext cx="5362956" cy="731520"/>
          </a:xfrm>
          <a:prstGeom prst="roundRect">
            <a:avLst/>
          </a:prstGeom>
          <a:solidFill>
            <a:srgbClr val="FFF8E1"/>
          </a:solidFill>
          <a:ln w="1651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68796" y="3063240"/>
            <a:ext cx="51800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No → Hacer cambios + push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volver a revisar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“revisión → correcciones → revisión” puede repetirse tantas veces como sea necesario antes del merge.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Flujo de trabajo habitual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035454" cy="109728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(actualizarte)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8374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12694" y="1051560"/>
            <a:ext cx="2035454" cy="109728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858414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mi-rama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2429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76749" y="1051560"/>
            <a:ext cx="2035454" cy="109728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122469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Trabajar 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66483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40803" y="1051560"/>
            <a:ext cx="2035454" cy="109728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86523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mi-rama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30538" y="105156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4858" y="1051560"/>
            <a:ext cx="2035454" cy="1097280"/>
          </a:xfrm>
          <a:prstGeom prst="roundRect">
            <a:avLst/>
          </a:prstGeom>
          <a:solidFill>
            <a:srgbClr val="FBEAEA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650578" y="1097280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merge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 vuelta al paso 1)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31520" y="2697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cada paso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Actualizarte antes de empezar: integra los cambios del remoto en tu rama local.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 mi-rama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rama para el cambio que vas a hacer; nunca trabajes directo en main.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&amp;&amp; git commit -m "..."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Commitear con frecuencia con mensajes descriptivos.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+ PR</a:t>
            </a:r>
            <a:endParaRPr lang="en-US" sz="14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la rama y abrir una Pull Request para revisar antes de fusionar.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IntelliJ IDEA — Vincular cuenta de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2616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184056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 incorpora soporte nativo para Git y GitHub: la mayoría de operaciones se pueden hacer desde la interfaz sin usar la terminal.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07016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007016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Enlazar tu cuenta de 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55656"/>
            <a:ext cx="5243457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File → Settings (o Edit → Preferences en Mac).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Version Control → GitHub.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+ → Log in via GitHub (abre el navegador para autorizar) o introduce tu Token PAT.</a:t>
            </a:r>
            <a:endParaRPr lang="en-US" sz="15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1861DDA3-B78C-FD88-44B2-0F8E19FC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904" y="2502660"/>
            <a:ext cx="5148968" cy="35534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Menú Git: Commit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Commit (Ctrl+K)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un panel donde puedes marcar los archivos a añadir al staging.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el mensaje del commit directamente en el panel.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derecha se muestra el diff visual con las líneas añadidas (verde) y borradas (rojo).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90207" y="1499616"/>
            <a:ext cx="2213221" cy="594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118807" y="1591056"/>
            <a:ext cx="2121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a git add + git commit en un solo paso visual.</a:t>
            </a:r>
            <a:endParaRPr lang="en-US" sz="14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DB2E40B6-AA23-1CA3-8117-3DDDD7B55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76" y="2436222"/>
            <a:ext cx="7865800" cy="39927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Menú Git: Push y Pull/Fetch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Push (Ctrl+Shift+K)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commits pendientes de subir y hacia qué rama de origin van.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antes de enviar.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78698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17869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Pull / Fetch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727338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 integra los cambios del remoto en tu rama actual.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terminal y el IDE son complementarios: la terminal da control total; el IDE acelera las operaciones del día a día.</a:t>
            </a:r>
            <a:endParaRPr lang="en-US" sz="15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3E4E223-92BE-41F3-BD60-C646646AA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75" y="3387945"/>
            <a:ext cx="5328302" cy="33744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— Gestión de ramas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Git → Branches puedes ver todas las ramas locales y remotas, crear una nueva rama (equivale a git switch -c) y cambiar entre ellas.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546" y="1783080"/>
            <a:ext cx="57378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GitHub y Repositorios Remotos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51233"/>
            <a:ext cx="11091672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51233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esenciales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90542"/>
            <a:ext cx="54086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add origin &lt;url&gt;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 el repo local con el remoto. origin es el alias.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a qué dirección remota apunta el proyecto.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&lt;rama&gt;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la rama la primera vez y la vincula para futuros pushes.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los commits de la rama actual al remoto.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31636" y="1790542"/>
            <a:ext cx="54086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&lt;url&gt;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un repositorio completo en una carpeta nueva.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fetch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el estado del remoto sin modificar tus archivos.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y aplica los cambios del remoto en tu rama actual.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origin --delete &lt;rama&gt;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una rama del repositorio remoto.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8344" y="4802466"/>
            <a:ext cx="11091672" cy="594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6944" y="4893906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es una propuesta de fusión que el equipo revisa antes de integrar en main.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2836</Words>
  <Application>Microsoft Office PowerPoint</Application>
  <PresentationFormat>Panorámica</PresentationFormat>
  <Paragraphs>323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7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Acceso a Datos</dc:creator>
  <cp:lastModifiedBy>VENTURA EDO, AITOR</cp:lastModifiedBy>
  <cp:revision>2</cp:revision>
  <dcterms:created xsi:type="dcterms:W3CDTF">2026-07-08T09:17:18Z</dcterms:created>
  <dcterms:modified xsi:type="dcterms:W3CDTF">2026-07-08T10:00:37Z</dcterms:modified>
</cp:coreProperties>
</file>