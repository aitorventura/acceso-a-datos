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2984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 —  TEMA 0: INTRODUCCIÓN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9167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Colaboración y Gestión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Proyectos en GitHub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0 — Introducción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Colaboración y Gestión de Proyectos en GitHub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· Tema 0 · Colaboración en GitHub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11091672" cy="82296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y GitHub no son solo una herramienta para guardar código: son la base sobre la que se organiza el trabajo en equipo en la mayoría de empresas de software.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242316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este apartado veremos cómo contribuir a proyectos ajenos y cómo gestionar el trabajo dentro de un equipo usando las herramientas que GitHub pone a disposición.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3429000"/>
            <a:ext cx="11091672" cy="43891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685800" y="3429000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02920" y="4096512"/>
            <a:ext cx="2498598" cy="10972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48640" y="4142232"/>
            <a:ext cx="24071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🍴 Forks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83230" y="4096512"/>
            <a:ext cx="40233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367278" y="4096512"/>
            <a:ext cx="2498598" cy="10972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412998" y="4142232"/>
            <a:ext cx="24071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📩 Pull Requests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847588" y="4096512"/>
            <a:ext cx="40233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31636" y="4096512"/>
            <a:ext cx="2498598" cy="10972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277356" y="4142232"/>
            <a:ext cx="24071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🎫 Issues y Projects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711946" y="4096512"/>
            <a:ext cx="40233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095994" y="4096512"/>
            <a:ext cx="2498598" cy="10972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9141714" y="4142232"/>
            <a:ext cx="24071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Protección de ramas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Forks (Bifurcaciones)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· Tema 0 · Colaboración en GitHub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50164" y="1531153"/>
            <a:ext cx="11091672" cy="86868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8764" y="1622593"/>
            <a:ext cx="106344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Fork es una copia de un repositorio ajeno que GitHub crea dentro de tu propia cuenta. La diferencia respecto a un clon: el fork vive en el servidor, bajo tu usuario, y tú tienes control total sobre él.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50164" y="2582713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caso típico: encuentras un proyecto que te interesa mejorar, pero no eres colaborador y no puedes hacer push directamente. Pulsas el botón «Fork» y GitHub copia todo el repositorio bajo tu cuenta en cuestión de segundos.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50164" y="3497113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partir de ahí puedes clonar tu copia, crear ramas, modificar lo que quieras y hacer push sin afectar en absoluto al proyecto original. GitHub mantiene la referencia al origen, lo que facilita proponer tus cambios de vuelta al autor mediante una Pull Request.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0164" y="4502953"/>
            <a:ext cx="11091672" cy="86868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78764" y="4594393"/>
            <a:ext cx="106344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¿Fork o clone directo?  Clona si ya eres colaborador con permisos de escritura. Haz un fork cuando quieras contribuir a un proyecto ajeno: tu fork actúa como puerta de entrada para proponer cambios mediante Pull Request.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Forks — Botón Fork en GitHub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· Tema 0 · Colaboración en GitHub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50164" y="1158358"/>
            <a:ext cx="11091672" cy="68580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8764" y="1249798"/>
            <a:ext cx="10634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Botón Fork en la esquina superior derecha de un repositorio ajeno. Al pulsarlo, GitHub crea la copia bajo tu cuenta en segundos.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164" y="2513610"/>
            <a:ext cx="11091672" cy="35988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Forks — Pantalla de creación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· Tema 0 · Colaboración en GitHub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87552"/>
            <a:ext cx="11091672" cy="68580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8764" y="1078992"/>
            <a:ext cx="10634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Pantalla de creación del fork: se elige bajo qué cuenta o organización se crea la copia.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0822" y="1810512"/>
            <a:ext cx="6230356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Sincronización del Fork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· Tema 0 · Colaboración en GitHub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50164" y="128016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el tiempo, el repositorio original seguirá recibiendo commits. GitHub ofrece el botón Sync fork en la página principal de tu fork para traer esos cambios sin tener que hacerlo a mano.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50164" y="2194560"/>
            <a:ext cx="11091672" cy="43891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33044" y="2194560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upstream?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50164" y="2816352"/>
            <a:ext cx="11091672" cy="82296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78764" y="2907792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upstream es el repositorio original del que proviene tu fork. Tu copia es origin; el proyecto del que la hiciste es upstream. Al sincronizar, traes los cambios de upstream a tu origin.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50164" y="3913632"/>
            <a:ext cx="11091672" cy="43891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733044" y="3913632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Conflictos al sincronizar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50164" y="4535424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repositorio original y el tuyo han avanzado por separado, la sincronización puede generar conflictos que tendrás que resolver igual que con un git pull con cambios divergentes. Conviene sincronizar antes de empezar a trabajar en una nueva funcionalidad, no después.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Requests (PRs)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· Tema 0 · Colaboración en GitHub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95251"/>
            <a:ext cx="11091672" cy="82296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1286691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Pull Request es una propuesta formal para integrar los commits de una rama en otra. Le estás diciendo al equipo: «He hecho estos cambios en esta rama; ¿los revisáis y los integráis en main?»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201091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el mecanismo estándar en la industria: tanto para contribuir a proyectos de terceros (desde un fork) como para trabajar en equipo dentro del mismo repositorio (desde una rama propia hacia main).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161211"/>
            <a:ext cx="11091672" cy="43891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31520" y="3161211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¿Cuándo se usa?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3783003"/>
            <a:ext cx="110916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Contribuir a un proyecto ajeno donde no tienes permisos directos (vía fork).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Trabajar en equipo en el mismo repositorio: cada desarrollador trabaja en su rama y pide revisión antes de tocar main.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Documentar y revisar los cambios antes de que lleguen a la rama principal.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Requests — Flujo completo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· Tema 0 · Colaboración en GitHub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303300"/>
            <a:ext cx="11091672" cy="43891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685800" y="1303300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fork al merge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2016532"/>
            <a:ext cx="1543812" cy="118872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48640" y="2062252"/>
            <a:ext cx="14523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28444" y="2016532"/>
            <a:ext cx="40233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412492" y="2016532"/>
            <a:ext cx="1543812" cy="118872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2458212" y="2062252"/>
            <a:ext cx="14523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 en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38016" y="2016532"/>
            <a:ext cx="40233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22064" y="2016532"/>
            <a:ext cx="1543812" cy="118872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4367784" y="2062252"/>
            <a:ext cx="14523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Clonar +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 local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47588" y="2016532"/>
            <a:ext cx="40233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31636" y="2016532"/>
            <a:ext cx="1543812" cy="118872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277356" y="2062252"/>
            <a:ext cx="14523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Commits +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push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57160" y="2016532"/>
            <a:ext cx="40233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141208" y="2016532"/>
            <a:ext cx="1543812" cy="118872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8186928" y="2062252"/>
            <a:ext cx="14523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Revisión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66732" y="2016532"/>
            <a:ext cx="40233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0050780" y="2016532"/>
            <a:ext cx="1543812" cy="118872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10096500" y="2062252"/>
            <a:ext cx="14523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main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" y="3525292"/>
            <a:ext cx="11091672" cy="77724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731520" y="3616732"/>
            <a:ext cx="10634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revisor pide cambios: se añaden commits en la misma rama y se hace push. La PR se actualiza automáticamente; no hace falta abrir una nueva.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02920" y="4576852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proceso puede tener varias rondas: el autor corrige, el revisor revisa de nuevo... hasta que se aprueba o se decide cerrar la PR sin fusionar.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 una Pull Request — Selectores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· Tema 0 · Colaboración en GitHub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50164" y="1027301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subes una rama nueva con git push, GitHub muestra el botón «Compare &amp; pull request». Al pulsarlo llegas al formulario donde configuras cuatro selectores: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4514495"/>
              </p:ext>
            </p:extLst>
          </p:nvPr>
        </p:nvGraphicFramePr>
        <p:xfrm>
          <a:off x="550164" y="1850261"/>
          <a:ext cx="11091672" cy="3291840"/>
        </p:xfrm>
        <a:graphic>
          <a:graphicData uri="http://schemas.openxmlformats.org/drawingml/2006/table">
            <a:tbl>
              <a:tblPr/>
              <a:tblGrid>
                <a:gridCol w="2440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80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1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Selector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indica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Ejemplo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repository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Dónde va a ir el código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torvalds/linux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rama de destino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Head repository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Desde dónde ofreces los cambios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tu-usuario/linux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rama con tus commits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arreglo-bug-red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50164" y="5370701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la PR es dentro del mismo repositorio (sin fork), base y head son el mismo repositorio y solo cambian las ramas. Además de los selectores, escribe un título claro y una descripción que explique qué problema resuelve el cambio.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Requests — Aviso de nueva rama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· Tema 0 · Colaboración en GitHub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50164" y="1120140"/>
            <a:ext cx="11091672" cy="68580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8764" y="1211580"/>
            <a:ext cx="10634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Aviso que aparece en el repositorio justo después de hacer push de una rama nueva, con el botón «Compare &amp; pull request» para crear la PR directamente.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54187"/>
            <a:ext cx="11091672" cy="373834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Requests — Formulario de apertura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· Tema 0 · Colaboración en GitHub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56388"/>
            <a:ext cx="11091672" cy="68580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1047828"/>
            <a:ext cx="10634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Formulario de apertura de la PR con los cuatro selectores de rama y el campo de descripción.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724" y="1691640"/>
            <a:ext cx="9387505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Requests — PR abierta para revisión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· Tema 0 · Colaboración en GitHub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68580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960120"/>
            <a:ext cx="10634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 ya abierta, donde el equipo puede revisar el código línea a línea, dejar comentarios y aprobar los cambios.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242" y="1691640"/>
            <a:ext cx="8958468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Requests — Confirmar Merge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· Tema 0 · Colaboración en GitHub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68580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960120"/>
            <a:ext cx="10634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</a:t>
            </a:r>
            <a:r>
              <a:rPr lang="en-US" sz="160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botón</a:t>
            </a: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«Confirm Merge» que activa el administrador una vez el equipo ha dado el visto bueno.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990" y="1691640"/>
            <a:ext cx="10156972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Requests — Fusión completada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· Tema 0 · Colaboración en GitHub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50164" y="1358580"/>
            <a:ext cx="11091672" cy="68580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8764" y="1450020"/>
            <a:ext cx="10634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</a:t>
            </a: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confirmando</a:t>
            </a: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</a:t>
            </a: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los cambios han pasado a la rama principal.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25720"/>
            <a:ext cx="11091672" cy="27952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Requests — Detalles importantes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· Tema 0 · Colaboración en GitHub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76590"/>
            <a:ext cx="11091672" cy="43891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31520" y="1176590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desde el mismo repo vs desde un Fork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179838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la PR viene de una rama del mismo repositorio, los selectores «Base repository» y «Head repository» son iguales. Si contribuyes desde un fork, apuntan a repositorios distintos: el del autor original y el tuyo respectivamente.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849942"/>
            <a:ext cx="11091672" cy="43891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31520" y="2849942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Cerrar Issues automáticamente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3471734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en la descripción de tu PR escribes Closes #10, GitHub cierra automáticamente el Issue #10 en el momento en que se aprueba el merge. Esto evita trabajo de gestión manual.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4340414"/>
            <a:ext cx="11091672" cy="86868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548640" y="4340414"/>
            <a:ext cx="73152" cy="86868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777240" y="4450142"/>
            <a:ext cx="10680192" cy="649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Closes #10    ← cierra el Issue #10 al fusionar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Fixes #10     ← equivalente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Resolves #10  ← equivalente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5391974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Queda así un historial claro de qué PR resolvió qué problema.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del proyecto: Issues y Projects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· Tema 0 · Colaboración en GitHub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Además del código, GitHub ofrece herramientas integradas para organizar el trabajo del equipo.</a:t>
            </a:r>
            <a:endParaRPr lang="en-US" sz="1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3604581"/>
              </p:ext>
            </p:extLst>
          </p:nvPr>
        </p:nvGraphicFramePr>
        <p:xfrm>
          <a:off x="550164" y="1325880"/>
          <a:ext cx="11091672" cy="4023360"/>
        </p:xfrm>
        <a:graphic>
          <a:graphicData uri="http://schemas.openxmlformats.org/drawingml/2006/table">
            <a:tbl>
              <a:tblPr/>
              <a:tblGrid>
                <a:gridCol w="2440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5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57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46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Issues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 qué sirve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Registrar tareas, errores o propuestas de mejora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Visualizar y priorizar el trabajo del equipo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Unidad de trabajo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 ticket por tarea o bug, con su hilo de conversación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Tablero con columnas: To Do, In Progress, Done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Integración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cierran automáticamente con Closes #N en PRs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 tarjetas enlazan a Issues y PRs; se mueven solas al fusionar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Cuándo usarlo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Siempre que hay algo por hacer o un bug que reportar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Cuando el equipo necesita ver el estado global del proyecto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50164" y="5577840"/>
            <a:ext cx="11091672" cy="73152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778764" y="5669280"/>
            <a:ext cx="10634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Issue puede tener: responsables (Assignees), etiquetas de colores (Labels: bug, enhancement, documentation...) y fechas de entrega (Milestones).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Otras herramientas del repositorio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· Tema 0 · Colaboración en GitHub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43891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1810512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 de documentación con estructura de páginas. Ideal para manuales de uso, guías para nuevos colaboradores o FAQs. Mantiene el README.md limpio y navegable.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816352"/>
            <a:ext cx="11091672" cy="43891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31520" y="2816352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3438144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automatizar tareas que se ejecutan en respuesta a eventos del repositorio: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3986784"/>
            <a:ext cx="1109167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Pasar tests automáticamente cuando alguien abre una PR.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Desplegar la aplicación cuando se fusiona en main.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Generar documentación automáticamente tras cada push.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5266944"/>
            <a:ext cx="11091672" cy="64008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777240" y="5358384"/>
            <a:ext cx="10634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se verá en detalle en la sección 9: Integración continua con GitHub Actions.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Protecciones de ramas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· Tema 0 · Colaboración en GitHub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50164" y="1234440"/>
            <a:ext cx="11091672" cy="86868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8764" y="1325880"/>
            <a:ext cx="106344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varias personas hacen PRs hacia main, conviene blindar esa rama para evitar que alguien suba código directamente sin revisión. En Settings → Rules los administradores configuran las reglas.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50164" y="2377440"/>
            <a:ext cx="11091672" cy="43891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33044" y="2377440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que se pueden activar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50164" y="3044952"/>
            <a:ext cx="1109167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el código debe entrar por PR — el push directo a main queda bloqueado.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menos un compañero tiene que revisar y aprobar el código antes del merge.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tests automatizados deben pasar antes de que el botón de merge se active.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50164" y="4553712"/>
            <a:ext cx="11091672" cy="73152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778764" y="4645152"/>
            <a:ext cx="10634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 no es burocracia: es lo que impide que un error de un miembro del equipo rompa el proyecto para todos los demás.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clave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· Tema 0 · Colaboración en GitHub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288557"/>
            <a:ext cx="11091672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Fork: copia de un repositorio ajeno bajo tu cuenta. Tú tienes control total; el original no se toca.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fork: sincroniza tu fork con los nuevos commits del repositorio original (upstream).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Request: propuesta formal para integrar una rama en otra. Pasa por revisión del equipo antes del merge.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Closes #10 en la descripción de una PR cierra el Issue #10 automáticamente al hacer merge.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Issues: sistema de seguimiento de tareas y errores. Cada tarea es un ticket numerado.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Projects: tablero visual que agrupa Issues y PRs por estado (To Do / In Progress / Done).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protection: reglas que obligan a usar PRs y pasar tests antes de tocar main.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1762</Words>
  <Application>Microsoft Office PowerPoint</Application>
  <PresentationFormat>Panorámica</PresentationFormat>
  <Paragraphs>173</Paragraphs>
  <Slides>19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2" baseType="lpstr">
      <vt:lpstr>Arial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Acceso a Datos</dc:creator>
  <cp:lastModifiedBy>VENTURA EDO, AITOR</cp:lastModifiedBy>
  <cp:revision>2</cp:revision>
  <dcterms:created xsi:type="dcterms:W3CDTF">2026-07-08T09:17:18Z</dcterms:created>
  <dcterms:modified xsi:type="dcterms:W3CDTF">2026-07-08T10:03:42Z</dcterms:modified>
</cp:coreProperties>
</file>