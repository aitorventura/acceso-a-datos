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1684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0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 —  TEMA 0: INTRODUCCIÓN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Git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12188952" cy="9144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de versiones desde cero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Git?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20647" y="1465840"/>
            <a:ext cx="11091672" cy="86868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21815" y="1529848"/>
            <a:ext cx="10689336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es un sistema de control de versiones: guarda el historial de un proyecto, registra quién hizo cada cambio y cuándo, y permite volver atrás si algo se rompe.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20647" y="2517400"/>
            <a:ext cx="11091672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03527" y="2517400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¿Para qué sirve?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0647" y="3120904"/>
            <a:ext cx="1109167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 el historial completo de cambios del proyecto.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 cuándo y quién hizo cada cambio.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Permite volver a cualquier versión anterior.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Facilita el trabajo en equipo sin que nadie se pise.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20647" y="5132584"/>
            <a:ext cx="11091672" cy="86868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721815" y="5196592"/>
            <a:ext cx="10689336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Metáfora: Git es como una máquina del tiempo para tu proyecto. Guardas "puntos de control" y puedes viajar de vuelta a cualquiera de ellos.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necesitamos control de versiones?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50164" y="1193292"/>
            <a:ext cx="1109167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Git, cuando programamos suele pasar esto: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50164" y="1714500"/>
            <a:ext cx="1109167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"Antes funcionaba… ¿qué he tocado?"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"Voy a guardar una copia por si acaso"  →  final.zip, final_final.zip, ahora_si.zip…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"He mezclado cambios de varias cosas y ya no sé separarlos."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"He borrado algo importante sin querer."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50164" y="4046220"/>
            <a:ext cx="11091672" cy="7772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51332" y="4110228"/>
            <a:ext cx="1068933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resuelve todo eso: crea un historial ordenado y recuperable. Sin copias manuales, sin archivos _final_v2.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50164" y="5006340"/>
            <a:ext cx="11091672" cy="77724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751332" y="5070348"/>
            <a:ext cx="1068933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Además, cuando trabajas en equipo, Git permite que varias personas trabajen sobre el mismo proyecto sin sobrescribirse. Eso lo veremos en el tema de GitHub.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un commit?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460987"/>
            <a:ext cx="11091672" cy="73152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68096" y="1524995"/>
            <a:ext cx="106893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commit es un punto de guardado del proyecto: una "foto" de cómo estaba todo en ese momento.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66928" y="2421107"/>
            <a:ext cx="5454396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49808" y="2421107"/>
            <a:ext cx="50886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Metáfora: guardar partida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66928" y="2997179"/>
            <a:ext cx="545439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Estás programando (jugando).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Llegas a un punto estable.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Guardas la partida → haces un commit.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la lías, vuelves a esa partida.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04204" y="2421107"/>
            <a:ext cx="5454396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6387084" y="2421107"/>
            <a:ext cx="50886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lleva un commit?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04204" y="2997179"/>
            <a:ext cx="545439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"foto" del estado de los archivos.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autor (nombre y email).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fecha y hora.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mensaje descriptivo.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4871699"/>
            <a:ext cx="11091672" cy="9144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768096" y="4935707"/>
            <a:ext cx="106893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mensaje de commit debe decir QUÉ has hecho y PARA QUÉ.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Ejemplos buenos:  "Añade lista inicial de libros"  ·  "Corrige cálculo del total con descuento"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idea que más cuesta: el staging (la bandeja)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171085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no funciona como un «Guardar» de Word. Antes del commit hay un paso intermedio: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65760" y="1719725"/>
            <a:ext cx="3453384" cy="105156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457200" y="1792877"/>
            <a:ext cx="3270504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Trabajas 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cambias archivos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19144" y="1719725"/>
            <a:ext cx="365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184904" y="1719725"/>
            <a:ext cx="3453384" cy="105156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4276344" y="1792877"/>
            <a:ext cx="3270504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Seleccionas lo que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quieres guardar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el staging →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638288" y="1719725"/>
            <a:ext cx="365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004048" y="1719725"/>
            <a:ext cx="3453384" cy="105156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8095488" y="1792877"/>
            <a:ext cx="3270504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Guardas esa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versión con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commit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11091672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640080" y="3108960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Staging area (también llamado índex o bandeja)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200" y="3712464"/>
            <a:ext cx="11091672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está en staging  →  "esto SÍ va al próximo commit".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 está en staging  →  "esto todavía no".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commit guarda lo que hayas puesto en staging, no todo lo que hay en la carpeta.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5072587"/>
            <a:ext cx="11091672" cy="658368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658368" y="5136595"/>
            <a:ext cx="1068933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add = "pon esto en la bandeja"       git commit = "pega lo de la bandeja en el historial"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Staging — las tres zonas de Git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99032"/>
            <a:ext cx="2843784" cy="1920240"/>
          </a:xfrm>
          <a:prstGeom prst="roundRect">
            <a:avLst/>
          </a:prstGeom>
          <a:solidFill>
            <a:srgbClr val="FBEAEA"/>
          </a:solidFill>
          <a:ln w="254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685800" y="1490472"/>
            <a:ext cx="256946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Escritorio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(working directory)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176272"/>
            <a:ext cx="24780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Donde editas, pruebas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rompes cosas.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cambios viven aquí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cualquier paso.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92424" y="1719072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4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add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92424" y="2130552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672584" y="1399032"/>
            <a:ext cx="2843784" cy="192024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809744" y="1490472"/>
            <a:ext cx="256946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Bandeja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(staging area)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55464" y="2176272"/>
            <a:ext cx="24780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Donde colocas lo que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quieres guardar.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add lo mueve aquí.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516368" y="1719072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4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commit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516368" y="2130552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8796528" y="1399032"/>
            <a:ext cx="2843784" cy="192024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388E3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8933688" y="1490472"/>
            <a:ext cx="256946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(repository)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979408" y="2176272"/>
            <a:ext cx="24780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Donde quedan guardadas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versiones (commits).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commit cierra el paso.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593592"/>
            <a:ext cx="11091672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731520" y="3593592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existe la bandeja?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" y="4197096"/>
            <a:ext cx="110916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Porque los cambios se mezclan. Mientras arreglas un bug, también tocas el README y un CSS. Con staging puedes hacer un commit para cada cosa y el historial queda limpio.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5020056"/>
            <a:ext cx="11091672" cy="5943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749808" y="5084064"/>
            <a:ext cx="10689336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"Ahora guardo solo el bug.  Después el README.  Después el CSS."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Staging — commits limpios: uno por idea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16586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Supón que has tocado 3 archivos: Pedido.java (bug) · README.md (texto) · styles.css (estilo).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1741932"/>
            <a:ext cx="5010729" cy="36576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94360" y="1741932"/>
            <a:ext cx="487356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Lo que NO interesa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96529" y="1741932"/>
            <a:ext cx="5898063" cy="365760"/>
          </a:xfrm>
          <a:prstGeom prst="rect">
            <a:avLst/>
          </a:prstGeom>
          <a:solidFill>
            <a:srgbClr val="E8F5E9"/>
          </a:solidFill>
          <a:ln w="12700">
            <a:solidFill>
              <a:srgbClr val="388E3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787969" y="1741932"/>
            <a:ext cx="576090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8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Lo recomendable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199132"/>
            <a:ext cx="5010729" cy="7315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502920" y="2199132"/>
            <a:ext cx="73152" cy="7315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731520" y="2290572"/>
            <a:ext cx="4690689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"Cambios"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96529" y="2199132"/>
            <a:ext cx="5898063" cy="20574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5696529" y="2199132"/>
            <a:ext cx="73152" cy="20574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5925129" y="2290572"/>
            <a:ext cx="5578023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Pedido.java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"Corrige bug en cálculo"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README.md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"Actualiza instrucciones"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styles.css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"Mejora estilos del layout"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4439412"/>
            <a:ext cx="501072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commit «batiburrillo»: mezcla todo y luego cuesta entenderlo o deshacerlo.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4439412"/>
            <a:ext cx="11091672" cy="5943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388E3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704088" y="4503420"/>
            <a:ext cx="10689336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Historial claro, más fácil deshacer por partes, revisiones más rápidas.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02920" y="5216652"/>
            <a:ext cx="11091672" cy="5943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704088" y="5280660"/>
            <a:ext cx="10689336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add .  mete en staging TODO lo nuevo/modificado. Al principio, mejor añadir archivo a archivo.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Estados de un archivo en Git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682216"/>
            <a:ext cx="2487168" cy="1554480"/>
          </a:xfrm>
          <a:prstGeom prst="roundRect">
            <a:avLst/>
          </a:prstGeom>
          <a:solidFill>
            <a:srgbClr val="FFF9C4"/>
          </a:solidFill>
          <a:ln w="25400">
            <a:solidFill>
              <a:srgbClr val="F9A82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675724" y="1817650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Untracked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2389" y="2223368"/>
            <a:ext cx="230428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lo ve pero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 sigue.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(archivo nuevo)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438144" y="1682216"/>
            <a:ext cx="2487168" cy="155448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F57C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529584" y="1755368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Modified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29584" y="2230856"/>
            <a:ext cx="230428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has editado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desde el último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58042" y="1682216"/>
            <a:ext cx="2487168" cy="1554480"/>
          </a:xfrm>
          <a:prstGeom prst="roundRect">
            <a:avLst/>
          </a:prstGeom>
          <a:solidFill>
            <a:srgbClr val="FBE9E7"/>
          </a:solidFill>
          <a:ln w="254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365530" y="1754015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64808" y="2222458"/>
            <a:ext cx="230428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 en la bandeja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(git add).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Listo para commit.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209314" y="1682216"/>
            <a:ext cx="2487168" cy="15544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388E3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9295529" y="1755368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Committed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295529" y="2230856"/>
            <a:ext cx="230428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Guardado en el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historial con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commit.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78685" y="3805910"/>
            <a:ext cx="11091672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761565" y="3805910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 rápido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78685" y="4381982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Creas hola.txt  →  Untracked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add hola.txt  →  Staged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commit …  →  Committed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Editas hola.txt  →  Modified  (hay que volver a hacer git add)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Instalación de Git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566928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49808" y="932688"/>
            <a:ext cx="106893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nada: comprueba si ya lo tienes.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11091672" cy="5029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572768"/>
            <a:ext cx="73152" cy="5029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77240" y="1664208"/>
            <a:ext cx="1077163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--version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028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devuelve "git version 2.4x.x"  →  ya lo tienes, para clase te vale.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sale "command not found"  →  hay que instalarlo.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172968"/>
            <a:ext cx="11091672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731520" y="3172968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sistema operativo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7627114"/>
              </p:ext>
            </p:extLst>
          </p:nvPr>
        </p:nvGraphicFramePr>
        <p:xfrm>
          <a:off x="548640" y="3813048"/>
          <a:ext cx="11091672" cy="2560320"/>
        </p:xfrm>
        <a:graphic>
          <a:graphicData uri="http://schemas.openxmlformats.org/drawingml/2006/table">
            <a:tbl>
              <a:tblPr/>
              <a:tblGrid>
                <a:gridCol w="2772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187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Sistema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Cómo instalarlo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Windows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 Git for Windows (git-scm.com/install/windows). Incluye Git Bash — úsala al principio.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Ejecuta git --version. Si macOS pide instalar Command Line Tools, acepta y espera.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Linux (Debian/Ubuntu)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sudo apt update &amp;&amp; sudo apt install git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7068312"/>
            <a:ext cx="11091672" cy="68580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749808" y="7132320"/>
            <a:ext cx="10689336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Evita crear repos dentro de OneDrive o Google Drive: pueden aparecer cambios «fantasma» al cambiar de versión.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Configuración básica (una sola vez)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guarda en cada commit quién lo hizo. Sin esto, Git se quejará con "Please tell me who you are".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11091672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731520" y="1508760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Nombre y email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084832"/>
            <a:ext cx="11091672" cy="12344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548640" y="2084832"/>
            <a:ext cx="73152" cy="12344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777240" y="2176272"/>
            <a:ext cx="107716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user.name "Tu Nombre"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user.email "tuemail@ejemplo.com"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Comprobar que ha quedado bien: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--list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520440"/>
            <a:ext cx="11091672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731520" y="3520440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Rama por defecto: main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096512"/>
            <a:ext cx="11091672" cy="5029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548640" y="4096512"/>
            <a:ext cx="73152" cy="5029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777240" y="4187952"/>
            <a:ext cx="1077163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init.defaultBranch main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11091672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731520" y="4800600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Editor por defecto (recomendado con VS Code)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5376672"/>
            <a:ext cx="11091672" cy="5029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548640" y="5376672"/>
            <a:ext cx="73152" cy="5029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777240" y="5468112"/>
            <a:ext cx="1077163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core.editor "code --wait"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6062472"/>
            <a:ext cx="11091672" cy="5943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749808" y="6126480"/>
            <a:ext cx="10689336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Estas configuraciones se guardan en ~/.gitconfig y se aplican a todos los repos del ordenador.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un repositorio: git init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50164" y="6289763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749808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49808" y="932688"/>
            <a:ext cx="1068933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 Git empiece a guardar el historial de un proyecto, necesitas inicializar un repositorio: una carpeta «con Git activado».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717763"/>
            <a:ext cx="11091672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31520" y="1717763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293835"/>
            <a:ext cx="11091672" cy="8686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548640" y="2293835"/>
            <a:ext cx="73152" cy="86868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777240" y="2385275"/>
            <a:ext cx="107716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~/Documents/pruebas_git   # Entra en la carpeta del proyecto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init                      # Inicializa Git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                    # Comprueba que está listo</a:t>
            </a:r>
            <a:endParaRPr lang="en-US" sz="1400" dirty="0"/>
          </a:p>
        </p:txBody>
      </p:sp>
      <p:pic>
        <p:nvPicPr>
          <p:cNvPr id="12" name="Image 0" descr="[object Objec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5580" y="3226523"/>
            <a:ext cx="6720840" cy="26060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550164" y="6015443"/>
            <a:ext cx="11091672" cy="68580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/>
          <p:nvPr/>
        </p:nvSpPr>
        <p:spPr>
          <a:xfrm>
            <a:off x="751332" y="6079451"/>
            <a:ext cx="10689336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carpeta .git/ es la memoria del repositorio. NO la borres ni edites a mano: si la eliminas, el proyecto pierde todo el historial.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status — ¿qué está pasando?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952658"/>
            <a:ext cx="11091672" cy="749808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49808" y="1016666"/>
            <a:ext cx="1068933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status te dice en qué situación está el repo y en qué estado están tus archivos. Úsalo siempre antes de git add y git commit.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867058"/>
            <a:ext cx="11091672" cy="5029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867058"/>
            <a:ext cx="73152" cy="5029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77240" y="1958498"/>
            <a:ext cx="1077163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</a:t>
            </a:r>
            <a:endParaRPr lang="en-US" sz="1400" dirty="0"/>
          </a:p>
        </p:txBody>
      </p:sp>
      <p:pic>
        <p:nvPicPr>
          <p:cNvPr id="10" name="Image 0" descr="[object Objec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2424" y="2552858"/>
            <a:ext cx="5404104" cy="24688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5204618"/>
            <a:ext cx="1109167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Changes to be committed:</a:t>
            </a:r>
            <a:endParaRPr lang="en-US" sz="15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está en staging, listo para el próximo commit.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Untracked files:</a:t>
            </a:r>
            <a:endParaRPr lang="en-US" sz="15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Git lo ve, pero aún no lo sigue (hay que hacer git add).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diff — ¿qué ha cambiado exactamente?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055295"/>
            <a:ext cx="11091672" cy="749808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49808" y="1119303"/>
            <a:ext cx="1068933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diff muestra los cambios línea a línea respecto al último commit. Útil para revisar qué has tocado antes de guardar. No cambia nada.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969695"/>
            <a:ext cx="11091672" cy="5029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969695"/>
            <a:ext cx="73152" cy="5029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77240" y="2061135"/>
            <a:ext cx="1077163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diff</a:t>
            </a:r>
            <a:endParaRPr lang="en-US" sz="1400" dirty="0"/>
          </a:p>
        </p:txBody>
      </p:sp>
      <p:pic>
        <p:nvPicPr>
          <p:cNvPr id="10" name="Image 0" descr="[object Objec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8044" y="2655495"/>
            <a:ext cx="6912864" cy="24688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5307255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líneas con  +  son lo nuevo que has añadido.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líneas con  —  son lo que has eliminado o reemplazado.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Mientras solo ejecutas git diff, el proyecto no cambia.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add — pongo esto en la bandeja (staging)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64008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49808" y="932688"/>
            <a:ext cx="106893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add no guarda nada todavía: solo prepara archivos para el próximo commit.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673352"/>
            <a:ext cx="11091672" cy="9144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673352"/>
            <a:ext cx="73152" cy="9144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77240" y="1764792"/>
            <a:ext cx="107716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adios.txt            # Un archivo concreto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adios.txt hola.txt   # Varios a la vez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                    # Todo lo nuevo/modificado (con cuidado)</a:t>
            </a:r>
            <a:endParaRPr lang="en-US" sz="1400" dirty="0"/>
          </a:p>
        </p:txBody>
      </p:sp>
      <p:pic>
        <p:nvPicPr>
          <p:cNvPr id="10" name="Image 0" descr="[object Objec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4136" y="2770632"/>
            <a:ext cx="5440680" cy="21945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5148072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Changes to be committed: new file adios.txt, modified hola.txt  →  están en staging.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Untracked files: hasta-luego.txt  →  sigue fuera porque no has hecho git add.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48640" y="5856265"/>
            <a:ext cx="11091672" cy="64008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/>
          <p:nvPr/>
        </p:nvSpPr>
        <p:spPr>
          <a:xfrm>
            <a:off x="749808" y="5929599"/>
            <a:ext cx="106893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add .  mete en staging TODO lo nuevo/modificado. Al principio, mejor añadir archivo a archivo.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commit — guardo la partida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49808" y="932688"/>
            <a:ext cx="10689336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commit guarda en el historial lo que esté en staging. Solo lo que tú has puesto con git add.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719072"/>
            <a:ext cx="11091672" cy="10058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719072"/>
            <a:ext cx="73152" cy="10058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77240" y="1810512"/>
            <a:ext cx="1077163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"Añado los archivos hola y adios"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Para corregir el mensaje del último commit (antes de subir):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--amend -m "Mensaje corregido"</a:t>
            </a:r>
            <a:endParaRPr lang="en-US" sz="1400" dirty="0"/>
          </a:p>
        </p:txBody>
      </p:sp>
      <p:pic>
        <p:nvPicPr>
          <p:cNvPr id="10" name="Image 0" descr="[object Objec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4972" y="2907792"/>
            <a:ext cx="5779008" cy="24688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5559552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confirma el commit: hash corto y mensaje.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files changed  →  los archivos que estaban en staging.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hasta-luego.txt sigue en Untracked — no se guardó porque NO estaba en staging.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log — el historial de commits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44543"/>
            <a:ext cx="4788896" cy="19202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344543"/>
            <a:ext cx="73152" cy="19202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777240" y="1435983"/>
            <a:ext cx="446885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Historial completo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Una línea por commit (el más usado)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--oneline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 gráfico de ramas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--oneline --graph</a:t>
            </a:r>
            <a:endParaRPr lang="en-US" sz="1400" dirty="0"/>
          </a:p>
        </p:txBody>
      </p:sp>
      <p:pic>
        <p:nvPicPr>
          <p:cNvPr id="8" name="Image 0" descr="[object Objec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0416" y="1344543"/>
            <a:ext cx="4517136" cy="19202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465951"/>
            <a:ext cx="11091672" cy="621792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/>
          <p:nvPr/>
        </p:nvSpPr>
        <p:spPr>
          <a:xfrm>
            <a:off x="749808" y="3529959"/>
            <a:ext cx="1068933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→ main: estás en la rama main y HEAD apunta al último commit.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4252335"/>
            <a:ext cx="11091672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731520" y="4252335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hash: identificador único de cada commit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48640" y="4928616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commit tiene un hash largo (a3f8c21d…). No hace falta escribirlo entero: con los 7 primeros caracteres es suficiente. Esos son los que usarás en git show, git revert y git reset.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log --oneline — una línea por commit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5029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868680"/>
            <a:ext cx="73152" cy="5029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777240" y="960120"/>
            <a:ext cx="1077163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--oneline</a:t>
            </a:r>
            <a:endParaRPr lang="en-US" sz="1400" dirty="0"/>
          </a:p>
        </p:txBody>
      </p:sp>
      <p:pic>
        <p:nvPicPr>
          <p:cNvPr id="8" name="Image 0" descr="[object Objec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2768"/>
            <a:ext cx="11091672" cy="282549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4626864"/>
            <a:ext cx="11091672" cy="7772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/>
          <p:nvPr/>
        </p:nvSpPr>
        <p:spPr>
          <a:xfrm>
            <a:off x="749808" y="4690872"/>
            <a:ext cx="1068933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7 caracteres del inicio de cada línea (1cd8f5a, 448751c…) son el hash abreviado. Los usarás en git show, git revert y git reset.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5541264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→ main: estás en la rama main y en el commit más reciente.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restore — descartar cambios de un archivo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315331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49808" y="932688"/>
            <a:ext cx="10689336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modificas un archivo y no quieres esos cambios, puedes volver al estado del último commit.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719072"/>
            <a:ext cx="11091672" cy="5029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719072"/>
            <a:ext cx="73152" cy="5029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77240" y="1810512"/>
            <a:ext cx="1077163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restore hola.txt</a:t>
            </a:r>
            <a:endParaRPr lang="en-US" sz="1400" dirty="0"/>
          </a:p>
        </p:txBody>
      </p:sp>
      <p:pic>
        <p:nvPicPr>
          <p:cNvPr id="10" name="Image 0" descr="[object Objec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2404872"/>
            <a:ext cx="5148072" cy="2560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5148072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git diff muestra las líneas nuevas (+).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Después git restore hola.txt.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volver a ejecutar git diff, no sale nada  →  el archivo ha vuelto al estado del último commit.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48640" y="6132451"/>
            <a:ext cx="11091672" cy="594360"/>
          </a:xfrm>
          <a:prstGeom prst="roundRect">
            <a:avLst/>
          </a:prstGeom>
          <a:solidFill>
            <a:srgbClr val="FFEBEE"/>
          </a:solidFill>
          <a:ln w="1905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/>
          <p:nvPr/>
        </p:nvSpPr>
        <p:spPr>
          <a:xfrm>
            <a:off x="749808" y="6196459"/>
            <a:ext cx="10689336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CUIDADO: git restore borra cambios no guardados en commits. Si te importan, haz commit antes.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restore --staged — sacar del staging sin borrar cambios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73152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49808" y="932688"/>
            <a:ext cx="106893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Sirve cuando has hecho git add por error: saca el archivo del staging, pero los cambios en el archivo se mantienen.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11091672" cy="804672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764792"/>
            <a:ext cx="73152" cy="804672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77240" y="1856232"/>
            <a:ext cx="107716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hasta-luego.txt           # Lo metes en staging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restore --staged hasta-luego.txt  # Te arrepientes y lo sacas</a:t>
            </a:r>
            <a:endParaRPr lang="en-US" sz="1400" dirty="0"/>
          </a:p>
        </p:txBody>
      </p:sp>
      <p:pic>
        <p:nvPicPr>
          <p:cNvPr id="10" name="Image 0" descr="[object Objec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5052" y="2752344"/>
            <a:ext cx="4498848" cy="27432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5696712"/>
            <a:ext cx="11091672" cy="658368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749808" y="5760720"/>
            <a:ext cx="1068933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Truco mental:    restore --staged = "saca de la bandeja"     restore (sin --staged) = "deshaz cambios del archivo"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Volver a una versión anterior — ¿qué quiero exactamente?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actuar, hazte esta pregunta: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448556" y="1417320"/>
            <a:ext cx="3291840" cy="640080"/>
          </a:xfrm>
          <a:prstGeom prst="roundRect">
            <a:avLst/>
          </a:prstGeom>
          <a:solidFill>
            <a:srgbClr val="FBEAEA"/>
          </a:solidFill>
          <a:ln w="254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4448556" y="14173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necesitas?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167128"/>
            <a:ext cx="3200400" cy="658368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621792" y="2167128"/>
            <a:ext cx="3054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qué cambió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commit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990088"/>
            <a:ext cx="3200400" cy="713232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640080" y="2990088"/>
            <a:ext cx="3017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show &lt;hash&gt;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069080" y="2167128"/>
            <a:ext cx="3200400" cy="658368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142232" y="2167128"/>
            <a:ext cx="3054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Recuperar un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archivo concreto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069080" y="2990088"/>
            <a:ext cx="3200400" cy="713232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160520" y="2990088"/>
            <a:ext cx="3017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restore --source=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&lt;hash&gt; archivo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589520" y="2167128"/>
            <a:ext cx="3200400" cy="658368"/>
          </a:xfrm>
          <a:prstGeom prst="roundRect">
            <a:avLst/>
          </a:prstGeom>
          <a:solidFill>
            <a:srgbClr val="FBEAEA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7662672" y="2167128"/>
            <a:ext cx="3054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Deshacer un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entero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589520" y="2990088"/>
            <a:ext cx="3200400" cy="713232"/>
          </a:xfrm>
          <a:prstGeom prst="roundRect">
            <a:avLst/>
          </a:prstGeom>
          <a:solidFill>
            <a:srgbClr val="FBEAEA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7680960" y="2990088"/>
            <a:ext cx="3017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¿Ya lo has subido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GitHub?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589520" y="3858768"/>
            <a:ext cx="3200400" cy="5943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388E3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7680960" y="3858768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88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  →  git revert  (conserva historial)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589520" y="4544568"/>
            <a:ext cx="3200400" cy="5943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7680960" y="4544568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7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 →  git reset  (puede borrar historial)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58968"/>
            <a:ext cx="11091672" cy="5029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Shape 23"/>
          <p:cNvSpPr/>
          <p:nvPr/>
        </p:nvSpPr>
        <p:spPr>
          <a:xfrm>
            <a:off x="548640" y="5458968"/>
            <a:ext cx="73152" cy="5029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777240" y="5550408"/>
            <a:ext cx="1077163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--oneline   # Siempre el primer paso: ver qué commits tienes y sus hashes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qué cambió un commit: git show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73152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49808" y="932688"/>
            <a:ext cx="106893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deshacer nada, conviene ver exactamente qué hizo ese commit. Mientras solo ejecutas git show, no cambias nada en el proyecto.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11091672" cy="5029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764792"/>
            <a:ext cx="73152" cy="5029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77240" y="1856232"/>
            <a:ext cx="1077163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show 58fbc71</a:t>
            </a:r>
            <a:endParaRPr lang="en-US" sz="1400" dirty="0"/>
          </a:p>
        </p:txBody>
      </p:sp>
      <p:pic>
        <p:nvPicPr>
          <p:cNvPr id="10" name="Image 0" descr="[object Objec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00" y="2450592"/>
            <a:ext cx="5559552" cy="28346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5468112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líneas con  +  son lo que ese commit añadió.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líneas con  —  son lo que eliminó.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es una consulta — el proyecto no cambia.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Opción A — Recuperar un archivo a como estaba antes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749808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49808" y="932688"/>
            <a:ext cx="1068933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Útil cuando un archivo concreto ha empeorado y quieres recuperarlo a una versión anterior, sin tocar el resto del proyecto ni el historial.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804672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73152" cy="804672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77240" y="1874520"/>
            <a:ext cx="107716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restore --source=58fbc71 llibres.txt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 llibres.txt    # Comprueba el resultado</a:t>
            </a:r>
            <a:endParaRPr lang="en-US" sz="1400" dirty="0"/>
          </a:p>
        </p:txBody>
      </p:sp>
      <p:pic>
        <p:nvPicPr>
          <p:cNvPr id="10" name="Image 0" descr="[object Objec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8316" y="2770632"/>
            <a:ext cx="7132320" cy="21031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5056632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archivo queda exactamente como estaba en ese commit.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status lo muestra como modified — el historial NO ha cambiado.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guardarlo definitivamente: git add + git commit después.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Esto NO deshace el commit — solo trae una versión antigua del archivo a tu carpeta.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Opción B — Deshacer un commit completo: git revert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7772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49808" y="932688"/>
            <a:ext cx="1068933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revert crea un commit nuevo que deshace exactamente los cambios de un commit anterior. No borra nada del historial: es la opción más segura.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810512"/>
            <a:ext cx="11091672" cy="5029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810512"/>
            <a:ext cx="73152" cy="5029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77240" y="1901952"/>
            <a:ext cx="1077163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revert 1cd8f5a</a:t>
            </a:r>
            <a:endParaRPr lang="en-US" sz="1400" dirty="0"/>
          </a:p>
        </p:txBody>
      </p:sp>
      <p:pic>
        <p:nvPicPr>
          <p:cNvPr id="10" name="Image 0" descr="[object Objec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688" y="2496312"/>
            <a:ext cx="5751576" cy="23774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5056632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genera el mensaje del commit de reversión automáticamente.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commit original sigue en el historial, neutralizado.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Úsalo siempre que hayas subido el repo a GitHub o haya más personas. No reescribe el historial.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Opción C — git reset: situación de partida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57931"/>
            <a:ext cx="11091672" cy="804672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49808" y="1221939"/>
            <a:ext cx="1068933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reset mueve HEAD hacia atrás en el historial. Más potente que revert: borra commits como si nunca hubieran existido. Solo para repos locales que nadie más ha visto.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145483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tres ejemplos (--soft, --mixed, --hard) parten del mismo repo con estos 3 commits:</a:t>
            </a:r>
            <a:endParaRPr lang="en-US" sz="1600" dirty="0"/>
          </a:p>
        </p:txBody>
      </p:sp>
      <p:pic>
        <p:nvPicPr>
          <p:cNvPr id="8" name="Image 0" descr="[object Objec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21555"/>
            <a:ext cx="11091672" cy="22860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5162072"/>
            <a:ext cx="110916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commit más reciente («Corregeix majuscules del titol») es el que va a desaparecer con el reset. Lo que cambia entre las tres variantes: ¿adónde van sus cambios?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reset --soft — cambios en staging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7772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49808" y="932688"/>
            <a:ext cx="1068933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commit desaparece, pero Git deja los cambios ya preparados para el siguiente commit — como si ya hubieras hecho git add. Solo falta git commit.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810512"/>
            <a:ext cx="11091672" cy="9601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810512"/>
            <a:ext cx="73152" cy="9601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77240" y="1901952"/>
            <a:ext cx="107716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reset --soft HEAD~1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continuación puedes hacer directamente: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"mensaje correcto"</a:t>
            </a:r>
            <a:endParaRPr lang="en-US" sz="1400" dirty="0"/>
          </a:p>
        </p:txBody>
      </p:sp>
      <p:pic>
        <p:nvPicPr>
          <p:cNvPr id="10" name="Image 0" descr="[object Objec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8648" y="2953512"/>
            <a:ext cx="6391656" cy="24688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5605272"/>
            <a:ext cx="11091672" cy="658368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388E3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749808" y="5669280"/>
            <a:ext cx="1068933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status --short muestra  "M  llibres.txt"  — la M está en la zona de staging. No hace falta git add.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reset --mixed — cambios en el escritorio (opción por defecto)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7772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49808" y="932688"/>
            <a:ext cx="1068933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commit desaparece y los cambios vuelven al archivo, pero Git NO los prepara para el siguiente commit. Es como si nunca hubieras hecho git add.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810512"/>
            <a:ext cx="11091672" cy="10972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810512"/>
            <a:ext cx="73152" cy="109728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77240" y="1901952"/>
            <a:ext cx="107716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reset HEAD~1      # --mixed es el comportamiento por defecto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continuación necesitas: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llibres.txt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"mensaje"</a:t>
            </a:r>
            <a:endParaRPr lang="en-US" sz="1400" dirty="0"/>
          </a:p>
        </p:txBody>
      </p:sp>
      <p:pic>
        <p:nvPicPr>
          <p:cNvPr id="10" name="Image 0" descr="[object Objec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728" y="3090672"/>
            <a:ext cx="5111496" cy="24688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5742432"/>
            <a:ext cx="11091672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avisa: "Unstaged changes after reset".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status --short muestra  " M llibres.txt"  — la M está en la zona de trabajo (fuera de staging).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 con --soft: necesitas git add antes de poder hacer commit. Con --soft no.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reset --hard — cambios borrados definitivamente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777240"/>
          </a:xfrm>
          <a:prstGeom prst="roundRect">
            <a:avLst/>
          </a:prstGeom>
          <a:solidFill>
            <a:srgbClr val="FFEBEE"/>
          </a:solidFill>
          <a:ln w="1905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49808" y="932688"/>
            <a:ext cx="10689336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commit desaparece Y los cambios se borran definitivamente. El proyecto vuelve exactamente al estado del commit anterior. Sin vuelta atrás.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810512"/>
            <a:ext cx="11091672" cy="749808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810512"/>
            <a:ext cx="73152" cy="749808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77240" y="1901952"/>
            <a:ext cx="107716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reset --hard HEAD~1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Git responde: HEAD is now at &lt;hash&gt; &lt;mensaje&gt;</a:t>
            </a:r>
            <a:endParaRPr lang="en-US" sz="1400" dirty="0"/>
          </a:p>
        </p:txBody>
      </p:sp>
      <p:pic>
        <p:nvPicPr>
          <p:cNvPr id="10" name="Image 0" descr="[object Objec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0460" y="2743200"/>
            <a:ext cx="4828032" cy="27432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5669280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log pasa de 3 a 2 commits.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 llibres.txt muestra el archivo sin la corrección de mayúsculas — ese cambio ha desaparecido.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hay papelera ni deshacer. Úsalo solo si estás completamente seguro.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reset — comparativa de las tres variantes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única pregunta que importa: ¿adónde van los cambios del commit eliminado?</a:t>
            </a:r>
            <a:endParaRPr lang="en-US" sz="1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36192"/>
          <a:ext cx="11091672" cy="3291840"/>
        </p:xfrm>
        <a:graphic>
          <a:graphicData uri="http://schemas.openxmlformats.org/drawingml/2006/table">
            <a:tbl>
              <a:tblPr/>
              <a:tblGrid>
                <a:gridCol w="14419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01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01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965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Variante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¿Adónde van los cambios?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status muestra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Siguiente paso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¿Recuperable?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--soft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Staging (listos para commit)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 archivo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 en zona staging)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commit directamente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--mixed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Escritorio de trabajo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M archivo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 en zona trabajo)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add + git commit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--hard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borran definitivamente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(nada)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102352"/>
            <a:ext cx="11091672" cy="749808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749808" y="5166360"/>
            <a:ext cx="1068933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 práctica: si el repo solo es tuyo y es local  →  git reset.  Si ya lo has subido o hay más gente  →  git revert.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.gitignore — archivos que no queremos guardar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658368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49808" y="932688"/>
            <a:ext cx="1068933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archivo .gitignore le dice a Git qué archivos o carpetas debe ignorar aunque estén en la carpeta del proyecto.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010729" cy="32918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691640"/>
            <a:ext cx="73152" cy="32918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77240" y="1783080"/>
            <a:ext cx="4690689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Archivos de log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*.log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Compilación Java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/target/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/out/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*.class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IntelliJ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.idea/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*.iml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Credenciales — NUNCA subir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secrets.txt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742249" y="1691640"/>
            <a:ext cx="5898063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5925129" y="1691640"/>
            <a:ext cx="5532303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Sintaxis de patrones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742249" y="2267712"/>
            <a:ext cx="5898063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*.log  →  cualquier archivo que acabe en .log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/tmp/  →  carpeta tmp en la raíz del repo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.idea/  →  carpeta de configuración de IntelliJ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secrets.txt  →  archivo concreto por nombre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36241" y="4198410"/>
            <a:ext cx="5239512" cy="749808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5925129" y="4262418"/>
            <a:ext cx="504945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afecta a lo que aún no está en el historial. Si ya fue commiteado, git rm --cached &lt;archivo&gt; es necesario.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36241" y="5085378"/>
            <a:ext cx="5239512" cy="658368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5925129" y="5149386"/>
            <a:ext cx="50494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gitignore.io genera un .gitignore completo para tu tipo de proyecto (Java, Node, Python…) con un clic.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Referencia rápida — todos los comandos esenciales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Introducción a Git</a:t>
            </a:r>
            <a:endParaRPr lang="en-US" sz="11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71695"/>
              </p:ext>
            </p:extLst>
          </p:nvPr>
        </p:nvGraphicFramePr>
        <p:xfrm>
          <a:off x="548640" y="1139272"/>
          <a:ext cx="11091672" cy="5074920"/>
        </p:xfrm>
        <a:graphic>
          <a:graphicData uri="http://schemas.openxmlformats.org/drawingml/2006/table">
            <a:tbl>
              <a:tblPr/>
              <a:tblGrid>
                <a:gridCol w="57676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240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Comando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Inicializar un repositorio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init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 el estado del repo y los archivos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status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 qué cambió línea a línea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diff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Añadir un archivo al staging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add &lt;archivo&gt;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Guardar un commit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commit -m "mensaje"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 el historial (resumido)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log --oneline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Descartar cambios de un archivo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restore &lt;archivo&gt;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Sacar un archivo del staging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restore --staged &lt;archivo&gt;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 qué hizo un commit concreto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show &lt;hash&gt;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Recuperar un archivo a una versión anterior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restore --source=&lt;hash&gt; &lt;archivo&gt;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Deshacer un commit (seguro, conserva historial)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revert &lt;hash&gt;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Deshacer commit, cambios en staging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reset --soft HEAD~1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Deshacer commit, cambios en escritorio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reset HEAD~1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Deshacer commit y borrar cambios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reset --hard HEAD~1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3312</Words>
  <Application>Microsoft Office PowerPoint</Application>
  <PresentationFormat>Panorámica</PresentationFormat>
  <Paragraphs>410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3" baseType="lpstr">
      <vt:lpstr>Arial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Acceso a Datos</dc:creator>
  <cp:lastModifiedBy>VENTURA EDO, AITOR</cp:lastModifiedBy>
  <cp:revision>2</cp:revision>
  <dcterms:created xsi:type="dcterms:W3CDTF">2026-07-08T09:17:05Z</dcterms:created>
  <dcterms:modified xsi:type="dcterms:W3CDTF">2026-07-08T09:49:01Z</dcterms:modified>
</cp:coreProperties>
</file>