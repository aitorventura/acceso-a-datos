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0: GIT Y GITHUB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Git (local):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versiones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cero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Introducción a Git (local): control de versiones desde cero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Git, y por qué existe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3716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4358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es un sistema de control de versiones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746504"/>
            <a:ext cx="1072591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 el historial de un proyecto (qué cambios se han hecho), sabe cuándo y quién los hizo, y permite volver atrás si algo se rompe. Como una máquina del tiempo para tu proyecto.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Git, cuando programamos suele pasar esto: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3514344" cy="15544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46120"/>
            <a:ext cx="3240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«¿Qué he tocado?»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funcionaba, y ya no sabes qué cambiaste.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37304" y="3154680"/>
            <a:ext cx="3514344" cy="15544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4464" y="3246120"/>
            <a:ext cx="3240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final.zip, final_final.zip...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20184" y="4069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Copias «por si acaso» en vez de un historial real.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5968" y="3154680"/>
            <a:ext cx="3514344" cy="15544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3128" y="3246120"/>
            <a:ext cx="3240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mezclados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08848" y="4069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no sabes separar lo que hiciste de cada cosa.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11091672" cy="7772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0109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resuelve todo eso porque crea un historial ordenado y recuperable.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commit, y por qué es tan importante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7373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4358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commit es un punto de guardado del proyecto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746504"/>
            <a:ext cx="10725912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en un videojuego: estás jugando (programando), llegas a un punto estable, guardas la partida (haces un commit), y si luego la lías, vuelves a esa partida.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lleva un commit?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2635758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703320"/>
            <a:ext cx="23614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«foto»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22699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estado de los archivos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67278" y="3611880"/>
            <a:ext cx="2635758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4438" y="3703320"/>
            <a:ext cx="23614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autor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50158" y="4160520"/>
            <a:ext cx="22699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nombre y tu email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85916" y="3611880"/>
            <a:ext cx="2635758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3076" y="3703320"/>
            <a:ext cx="23614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fecha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68796" y="4160520"/>
            <a:ext cx="22699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se hizo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04554" y="3611880"/>
            <a:ext cx="2635758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1714" y="3703320"/>
            <a:ext cx="23614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mensaje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87434" y="4160520"/>
            <a:ext cx="22699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y para qué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091672" cy="8686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148072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buen mensaje dice qué has hecho y para qué: «Corrige cálculo del total con descuento», no «cambios».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que más cuesta: staging (la bandeja)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0058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16152"/>
            <a:ext cx="106344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no funciona como el «guardar» de Word. El staging area (o index) es la lista de cambios seleccionados que van a entrar en el próximo commit: lo que no está en staging, todavía no se guarda.</a:t>
            </a:r>
            <a:endParaRPr lang="en-US" sz="1700" dirty="0"/>
          </a:p>
        </p:txBody>
      </p:sp>
      <p:pic>
        <p:nvPicPr>
          <p:cNvPr id="7" name="Image 0" descr="C:/Users/Aitor/Documents/apuntes-profe/acceso-a-datos/docs/tema0/img/tema0_git_tres_arbo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7968" y="2286000"/>
            <a:ext cx="8213016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715000"/>
            <a:ext cx="11091672" cy="7772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78815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Escritorio: donde editas y rompes cosas. Bandeja: lo que ya está listo para «registrarse». Álbum: donde quedan guardadas las versiones (los commits).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existe la bandeja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0515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16152"/>
            <a:ext cx="1063447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en la vida real los cambios se mezclan: arreglas un bug, cambias un texto del README, retocas un CSS... Si haces un commit con todo junto, el historial se vuelve difícil de usar.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staging: todo junto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5408676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52928"/>
            <a:ext cx="73152" cy="777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44368"/>
            <a:ext cx="49514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 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commit</a:t>
            </a:r>
            <a:pPr indent="0" marL="0">
              <a:buNone/>
            </a:pP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-m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"Cambios"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5408676" cy="17373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80390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«batiburrillo»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4306824"/>
            <a:ext cx="504291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Mezcla el bug, el README y el CSS en un solo commit. Cuesta entenderlo o deshacerlo por partes.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31636" y="246888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staging: uno por idea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31636" y="2852928"/>
            <a:ext cx="5408676" cy="12801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1636" y="2852928"/>
            <a:ext cx="73152" cy="12801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5956" y="2944368"/>
            <a:ext cx="49514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 Pedido.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commit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-m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"Corrige bug en pedido"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 README.md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commit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-m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"Actualiza instrucciones"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31636" y="4206240"/>
            <a:ext cx="5408676" cy="12801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4516" y="426110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claro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14516" y="4764024"/>
            <a:ext cx="504291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commit se entiende de un vistazo y se puede deshacer por partes.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de un archivo (lo que cuenta git status)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601468" cy="16916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23271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Untracked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22357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ve el archivo, pero aún no lo sigue: es nuevo.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78708" y="1188720"/>
            <a:ext cx="2601468" cy="16916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5868" y="1280160"/>
            <a:ext cx="23271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61588" y="1783080"/>
            <a:ext cx="22357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has cambiado desde el último commit.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08776" y="1188720"/>
            <a:ext cx="2601468" cy="16916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280160"/>
            <a:ext cx="23271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91656" y="1783080"/>
            <a:ext cx="22357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has puesto en la bandeja para el próximo commit.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038844" y="1188720"/>
            <a:ext cx="2601468" cy="16916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6004" y="1280160"/>
            <a:ext cx="23271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221724" y="1783080"/>
            <a:ext cx="22357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está guardado en el historial.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2904744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337560"/>
            <a:ext cx="2758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Untracked /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07664" y="329184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 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42104" y="3291840"/>
            <a:ext cx="2904744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5256" y="3337560"/>
            <a:ext cx="2758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501128" y="329184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 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35568" y="3291840"/>
            <a:ext cx="2904744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08720" y="3337560"/>
            <a:ext cx="2758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96519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Creas hola.txt → untracked. git add hola.txt → staged. git commit → committed. Editas hola.txt → modified otra vez.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Instalación y configuración básica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43000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34440"/>
            <a:ext cx="106344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--version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544824" cy="1051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57400"/>
            <a:ext cx="3270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31790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for Windows, incluye Git Bash.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2064" y="1965960"/>
            <a:ext cx="3544824" cy="1051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9224" y="2057400"/>
            <a:ext cx="3270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04944" y="2560320"/>
            <a:ext cx="31790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--version te ofrece instalar Command Line Tools.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5488" y="1965960"/>
            <a:ext cx="3544824" cy="1051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2648" y="2057400"/>
            <a:ext cx="3270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78368" y="2560320"/>
            <a:ext cx="31790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apt install git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básica (una sola vez)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11091672" cy="11887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57600"/>
            <a:ext cx="73152" cy="11887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749040"/>
            <a:ext cx="106344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</a:t>
            </a:r>
            <a:pPr indent="0" marL="0">
              <a:buNone/>
            </a:pP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--global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user.name </a:t>
            </a:r>
            <a:pPr indent="0" marL="0">
              <a:buNone/>
            </a:pPr>
            <a:r>
              <a:rPr lang="en-US" sz="16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"Tu Nombre"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</a:t>
            </a:r>
            <a:pPr indent="0" marL="0">
              <a:buNone/>
            </a:pP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--global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user.email </a:t>
            </a:r>
            <a:pPr indent="0" marL="0">
              <a:buNone/>
            </a:pPr>
            <a:r>
              <a:rPr lang="en-US" sz="16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"tu@email.com"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</a:t>
            </a:r>
            <a:pPr indent="0" marL="0">
              <a:buNone/>
            </a:pP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--global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init.defaultBranch main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091672" cy="105156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16636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OneDrive / Google Drive / iCloud
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repositorios dentro de carpetas sincronizadas en la nube puede provocar cambios «fantasma» al cambiar de versión.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repositorio: git init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Introducción a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Entras en la carpeta del proyecto e inicializas Git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1672" cy="9144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731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106344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pPr indent="0" marL="0">
              <a:buNone/>
            </a:pPr>
            <a:r>
              <a:rPr lang="en-US" sz="20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~/Documents/pruebas_git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20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514344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26080"/>
            <a:ext cx="3240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branch main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Estás en la rama main.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37304" y="2834640"/>
            <a:ext cx="3514344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4464" y="2926080"/>
            <a:ext cx="3240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commits yet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0184" y="365760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Todavía no has hecho ningún commit.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5968" y="2834640"/>
            <a:ext cx="3514344" cy="16002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3128" y="2926080"/>
            <a:ext cx="3240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carpeta .git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08848" y="365760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«memoria» del repositorio: historial, ramas y metadatos.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11091672" cy="105156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4632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borres ni edites .git a mano
</a:t>
            </a:r>
            <a:endParaRPr lang="en-US" sz="19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eliminas .git, el proyecto pierde el historial aunque los archivos sigan ahí.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esenciales: status y diff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Introducción a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 — «¿qué está pasando?»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408676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72768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64208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408676" cy="21945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8658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bloques importantes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889504"/>
            <a:ext cx="5042916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to be committed → está en staging. Untracked files → Git lo ve, pero aún no lo sigues (no has hecho git add).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31636" y="118872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diff — «¿qué ha cambiado exactamente?»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1636" y="1572768"/>
            <a:ext cx="5408676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1636" y="1572768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5956" y="1664208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diff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1636" y="2331720"/>
            <a:ext cx="540867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4516" y="238658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a línea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14516" y="2889504"/>
            <a:ext cx="5042916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los cambios respecto al último commit. Las líneas con + son lo nuevo que has añadido.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11091672" cy="7772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4681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oro: antes de git add o git commit, mira git status para confirmar qué vas a guardar.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esenciales: add y commit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Introducción a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— «pongo esto en la bandeja»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408676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72768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64208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 adios.txt hola.txt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408676" cy="16916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8658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Prepara, no guarda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889504"/>
            <a:ext cx="504291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no guarda nada todavía: solo prepara archivos para el próximo commit.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31636" y="118872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— «guardo la partida»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1636" y="1572768"/>
            <a:ext cx="5408676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1636" y="1572768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5956" y="1664208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commit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-m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"Añado hola y adios"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31636" y="2331720"/>
            <a:ext cx="5408676" cy="16916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4516" y="238658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lo de staging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4516" y="2889504"/>
            <a:ext cx="504291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commit guarda solo lo que hayas puesto en staging con git add — nada más.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91672" cy="105156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1208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. mete en staging TODO lo nuevo o modificado
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principio es mejor añadir archivo a archivo, para no llevarte cosas sin querer.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log — «muéstrame el historial»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Introducción a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log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408676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72768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64208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408676" cy="18288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8658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-&gt; main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889504"/>
            <a:ext cx="504291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commits salen en orden, el más reciente arriba. HEAD -&gt; main indica en qué rama estás y a qué commit apunta.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31636" y="118872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log --oneline — una línea por commit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1636" y="1572768"/>
            <a:ext cx="5408676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1636" y="1572768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5956" y="1664208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</a:t>
            </a:r>
            <a:pPr indent="0" marL="0">
              <a:buNone/>
            </a:pP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--oneline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31636" y="2331720"/>
            <a:ext cx="5408676" cy="18288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4516" y="238658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hash abreviado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4516" y="2889504"/>
            <a:ext cx="504291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7 caracteres del inicio (1cd8f5a...) identifican cada commit. Los usarás en git show y git revert.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11091672" cy="7772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4681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commit tiene un hash único, una cadena larga de letras y números — con los 7 primeros caracteres es suficiente.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«Me he equivocado»: descartar cambios con git restore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Introducción a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Descartar cambios de un archivo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408676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72768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64208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restore hola.txt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408676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86584"/>
            <a:ext cx="50429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«Deshaz cambios del archivo»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798064"/>
            <a:ext cx="504291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Vuelve al estado del último commit. No toca el staging.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31636" y="118872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Sacar un archivo del staging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1636" y="1572768"/>
            <a:ext cx="5408676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1636" y="1572768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5956" y="1664208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restore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--staged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hasta-luego.txt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31636" y="2331720"/>
            <a:ext cx="5408676" cy="118872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4516" y="2386584"/>
            <a:ext cx="50429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«Saca de la bandeja»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4516" y="2798064"/>
            <a:ext cx="504291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saca del staging sin borrar sus cambios. No toca el directorio de trabajo.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11091672" cy="96012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65760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restore borra cambios no guardados en commits
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esos cambios te importan, guarda antes (commit) o copia el archivo.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11091672" cy="8686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828032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Truco mental: restore --staged = «saca de la bandeja»; restore (sin --staged) = «deshaz cambios del archivo».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Volver a una versión anterior: ¿qué necesitas?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1615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actuar, la pregunta clave es: ¿qué quiero exactamente? Antes de nada, mira el historial con git log --oneline para saber qué hashes tienes.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514344" cy="16459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86000"/>
            <a:ext cx="3240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qué cambió un commit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148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show &lt;hash&gt;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37304" y="2194560"/>
            <a:ext cx="3514344" cy="164592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4464" y="2286000"/>
            <a:ext cx="3240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 un archivo concreto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20184" y="3017520"/>
            <a:ext cx="3148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restore --source=&lt;hash&gt; &lt;archivo&gt;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5968" y="2194560"/>
            <a:ext cx="3514344" cy="16459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3128" y="2286000"/>
            <a:ext cx="3240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Deshacer un commit entero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08848" y="3017520"/>
            <a:ext cx="3148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¿Ya lo has subido a GitHub?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408676" cy="13716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114800"/>
            <a:ext cx="51343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Sí, está compartido → git revert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50429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Seguro: no borra historial, añade un commit que deshace.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31636" y="4023360"/>
            <a:ext cx="5408676" cy="13716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8796" y="4114800"/>
            <a:ext cx="51343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es solo local → git reset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14516" y="4663440"/>
            <a:ext cx="50429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Potente: puede borrar commits, como si nunca hubieran existido.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Deshacer un commit entero: git revert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80160"/>
            <a:ext cx="106344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revert 1cd8f5a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1091672" cy="12801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2082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 commit nuevo que deshace el anterior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2523744"/>
            <a:ext cx="1072591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opción más segura: no borra nada del historial, solo añade un paso nuevo que revierte lo que se hizo. Git genera el mensaje automáticamente.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11091672" cy="14173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74720"/>
            <a:ext cx="73152" cy="14173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66160"/>
            <a:ext cx="10634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</a:t>
            </a:r>
            <a:pPr indent="0" marL="0">
              <a:buNone/>
            </a:pPr>
            <a:r>
              <a:rPr lang="en-US" sz="16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"Primer commit"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</a:t>
            </a:r>
            <a:pPr indent="0" marL="0">
              <a:buNone/>
            </a:pPr>
            <a:r>
              <a:rPr lang="en-US" sz="16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"Añade el cuarto llibre"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</a:t>
            </a:r>
            <a:pPr indent="0" marL="0">
              <a:buNone/>
            </a:pPr>
            <a:r>
              <a:rPr lang="en-US" sz="16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"Elimina un llibre"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</a:t>
            </a:r>
            <a:pPr indent="0" marL="0">
              <a:buNone/>
            </a:pPr>
            <a:r>
              <a:rPr lang="en-US" sz="16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"Revert: Elimina un llibre"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nuevo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19379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usarlo: siempre que hayas subido el repo a GitHub o trabajado con otras personas. Al no reescribir el historial, no crea conflictos con el trabajo de los demás.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Mover el repo a un commit anterior: git reset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601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16152"/>
            <a:ext cx="1063447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reset mueve HEAD hacia atrás y borra commits — como si nunca hubieran existido. Solo recomendado si el repo es estrictamente local. La diferencia entre variantes: ¿adónde van los cambios del commit eliminado?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3327502"/>
                <a:gridCol w="2662001"/>
                <a:gridCol w="2883835"/>
                <a:gridCol w="2218334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¿Adónde van los cambios?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status muestra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¿Recuperable?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reset --soft HEAD~1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Staging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 archivo (zona staging)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reset HEAD~1 (--mixed)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Escritorio de trabajo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 archivo (zona trabajo)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reset --hard HEAD~1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borran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(nada)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166360"/>
            <a:ext cx="11091672" cy="105156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25780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--hard: sin vuelta atrás
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cambios del commit eliminado se pierden para siempre. No hay papelera ni deshacer.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.gitignore: lo que no queremos guardar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Introducción a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Cosas que NO queremos guardar en el historial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1672" cy="21488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73152" cy="21488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10634472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Archivos de log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Carpeta de compilación de Java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Variables de entorno y credenciales — NUNCA deben subirse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91672" cy="109728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02336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Credenciales, nunca al historial
</a:t>
            </a:r>
            <a:endParaRPr lang="en-US" sz="19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Contraseñas, tokens y claves API no deben acabar en un .gitignore mal puesto: si ya se han subido, cambiar el .gitignore no las borra del historial.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18872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es un sistema de control de versiones: historial, quién y cuándo, y poder volver atrás.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85916" y="118872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68796" y="14173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8796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46036" y="118872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commit es un punto de guardado, con autor, fecha y mensaje.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69748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08760" y="246888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staging es la lista de cambios seleccionados para el próximo commit: solo se guarda lo que está ahí.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85916" y="246888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8796" y="269748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8796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46036" y="246888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de un archivo: untracked → modified → staged (git add) → committed (git commit).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97764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08760" y="374904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status, git diff, git add, git commit y git log son los comandos del día a día.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85916" y="374904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8796" y="397764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8796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46036" y="374904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(sin --staged) deshace cambios del archivo; restore --staged solo lo saca de la bandeja.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2578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08760" y="502920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revert crea un commit nuevo y es seguro para historial compartido; reset mueve HEAD y solo es seguro en local.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185916" y="502920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68796" y="52578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8796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146036" y="502920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--soft deja los cambios en staging; --mixed en el escritorio; --hard los borra para siempre.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Git (local): control de versiones desde cero</dc:title>
  <dc:subject>PptxGenJS Presentation</dc:subject>
  <dc:creator>Acceso a Datos</dc:creator>
  <cp:lastModifiedBy>Acceso a Datos</cp:lastModifiedBy>
  <cp:revision>1</cp:revision>
  <dcterms:created xsi:type="dcterms:W3CDTF">2026-09-22T08:59:16Z</dcterms:created>
  <dcterms:modified xsi:type="dcterms:W3CDTF">2026-09-22T08:59:16Z</dcterms:modified>
</cp:coreProperties>
</file>