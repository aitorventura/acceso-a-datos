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1: MANEJO DE CONECTORES Y HERRAMIENTAS ORM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JPQL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transacciones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Consultas JPQL y transacciones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el naming y las Specifications no resuelven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JPQL y transacciones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ranking de editoriales, ordenado por cuántos libros tiene cada una en el catálogo. Prueba a resolverlo con lo que ya conoces.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362956" cy="24688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8600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de método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49971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combinación de palabras que pida «agrupa por editorial y ordena por el número de libros de cada grupo». El naming deriva condiciones sobre campos, no agregaciones sobre una relación.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7356" y="2194560"/>
            <a:ext cx="5362956" cy="24688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4516" y="228600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60236" y="2880360"/>
            <a:ext cx="49971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 pensadas para construir condiciones WHERE dinámicas, no un GROUP BY con ORDER BY sobre una agregación. Con CriteriaBuilder saldría una consulta rígida y más difícil de leer que el propio JPQL.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91672" cy="128016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02920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entra @Query con JPQL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fijas, siempre con la misma estructura, demasiado elaboradas para el nombre de un método o para combinar Specifications.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vías de consulta de Spring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JPQL y transacciones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1/img/tema1_tres_vias_consul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67512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188720"/>
            <a:ext cx="4142232" cy="14173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1243584"/>
            <a:ext cx="3776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de método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80960" y="1746504"/>
            <a:ext cx="37764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findByTitulo, findByEditorialId: simples, fijas, sin lógica adicional.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98080" y="2724912"/>
            <a:ext cx="4142232" cy="14173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2779776"/>
            <a:ext cx="3776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80960" y="3282696"/>
            <a:ext cx="37764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dinámicos, combinables en tiempo de ejecución.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98080" y="4261104"/>
            <a:ext cx="4142232" cy="14173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0" y="4315968"/>
            <a:ext cx="3776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@Query con JPQL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680960" y="4818888"/>
            <a:ext cx="37764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Complejas y fijas: típicamente, agregaciones.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892040"/>
            <a:ext cx="6675120" cy="13258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965192"/>
            <a:ext cx="621792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@Query no deriva nada del nombre: usa literalmente el JPQL que le das. El nombre del método es solo una etiqueta descriptiva y la consulta real vive entera dentro de la anotación.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JPQL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JPQL y transacciones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8686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7043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lenguaje de consultas de JPA. En vez de preguntar a la base de datos por sus tablas y columnas, preguntas a JPA por tus clases Java y sus propiedades.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más simple: sin relaciones de por medio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822960" cy="32004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414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1636" y="2441448"/>
            <a:ext cx="1005840" cy="32004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1636" y="24414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5408676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07208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98648"/>
            <a:ext cx="49514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precio &gt; 20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31636" y="2807208"/>
            <a:ext cx="5408676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1636" y="2807208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5956" y="2898648"/>
            <a:ext cx="49514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 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l.precio &gt; 20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se nota al cruzar una relación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995928"/>
            <a:ext cx="822960" cy="32004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959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1636" y="3995928"/>
            <a:ext cx="1005840" cy="32004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1636" y="39959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JPQL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361688"/>
            <a:ext cx="5408676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361688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453128"/>
            <a:ext cx="49514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e.*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editorial 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 l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l.editorial_id = e.id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31636" y="4361688"/>
            <a:ext cx="5408676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1636" y="4361688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5956" y="4453128"/>
            <a:ext cx="49514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Editorial 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e.libros 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5408676" cy="9601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449824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cambian dos cosas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1520" y="5815584"/>
            <a:ext cx="504291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 (la clase, no la tabla) y l.precio (la propiedad del objeto). El resto se escribe igual.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31636" y="5394960"/>
            <a:ext cx="5408676" cy="9601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4516" y="5449824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e.libros navega la relación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14516" y="5815584"/>
            <a:ext cx="504291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ya conoce la @OneToMany que declaraste: no repites la condición 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@Query con parámetros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JPQL y transacciones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Libros de una editorial, buscando por su nombre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18288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73152" cy="18288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106344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LibroRepository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JpaRepository&lt;Libro, Long&gt;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l FROM Libro l WHERE l.editorial.nombre = :nombreEditorial"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List&lt;Libro&gt; buscarPorNombreDeEditorial(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"nombreEditorial"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nombreEditorial);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408676" cy="12801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621024"/>
            <a:ext cx="50429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l.editorial.nombre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032504"/>
            <a:ext cx="504291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pasos de navegación con propiedades Java: primero la relación editorial, luego su nombre. Nunca columnas.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31636" y="3566160"/>
            <a:ext cx="5408676" cy="12801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4516" y="3621024"/>
            <a:ext cx="50429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@Param("nombreEditorial")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14516" y="4032504"/>
            <a:ext cx="504291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el :nombreEditorial de la consulta con el parámetro del método. El texto debe coincidir exactamente.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91672" cy="132588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120640"/>
            <a:ext cx="105430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valida al arrancar, no al ejecutar
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l.editorial.nombree o :nombreEditoral, Spring falla al arrancar la aplicación. Una Specification, en cambio, solo descubre un nombre equivocado cuando alguien la ejecuta con una petición real.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completo: el ranking de editoriales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JPQL y transacciones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7043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Agregación: resume varias filas en un resultado (COUNT, SUM, AVG), normalmente con GROUP BY. Aquí, JOIN + agregación + ordenar por ella: el caso típico de @Query.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852160" cy="33375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73152" cy="33375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53949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EditorialRepository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JpaRepository&lt;Editorial, Long&gt;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 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 Editorial 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 JOIN e.libros 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GROUP BY 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 BY COUNT(l) DESC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List&lt;Editorial&gt; rankingPorNumeroDeLibros();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pic>
        <p:nvPicPr>
          <p:cNvPr id="10" name="Image 0" descr="C:/Users/Aitor/Documents/apuntes-profe/acceso-a-datos/docs/tema1/img/tema1_ranking_groupb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596" y="2240280"/>
            <a:ext cx="4206240" cy="21031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675120" y="4480560"/>
            <a:ext cx="4965192" cy="109728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4535424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editorial...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0" y="4901184"/>
            <a:ext cx="45994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sus libros y ordénalas de la que más tiene a la que menos.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consulta, fragmento a fragmento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JPQL y transacciones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914400"/>
        </p:xfrm>
        <a:graphic>
          <a:graphicData uri="http://schemas.openxmlformats.org/drawingml/2006/table">
            <a:tbl>
              <a:tblPr/>
              <a:tblGrid>
                <a:gridCol w="3327502"/>
                <a:gridCol w="776417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Fragmento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Devuelve el objeto Editorial completo, no una columna suelta.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Editorial 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entidad de partida, con el alias e para el resto de la consulta.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JOIN e.libros 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Navega la relación Editorial → libros y mantiene las editoriales sin ningún libro.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BY 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Agrupa, por cada editorial, los libros que comparten esa editorial.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BY COUNT(l) DESC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Ordena los grupos por cuántos libros tiene cada uno, de mayor a menor.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LEFT JOIN y no un JOIN normal: también aparecen las editoriales sin libros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5349240"/>
            <a:ext cx="3514344" cy="9601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440680"/>
            <a:ext cx="3240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libros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5870448"/>
            <a:ext cx="31485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COUNT(l) = 5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37304" y="5349240"/>
            <a:ext cx="3514344" cy="9601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74464" y="5440680"/>
            <a:ext cx="3240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libros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20184" y="5870448"/>
            <a:ext cx="31485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COUNT(l) = 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125968" y="5349240"/>
            <a:ext cx="3514344" cy="9601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63128" y="5440680"/>
            <a:ext cx="3240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libros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308848" y="5870448"/>
            <a:ext cx="31485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COUNT(l) = 0: al final del ranking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necesitas SQL: funciones de ventana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JPQL y transacciones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7043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funcionalidad que no existe en JPQL. Las funciones de ventana de SQL son el ejemplo claro; la más simple es ROW_NUMBER(), que numera cada fila según el orden que le indiques.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6035040" cy="1463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73152" cy="14630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titulo, precio,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ROW_NUMBER() OVER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precio DESC)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posicion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0" y="2194560"/>
            <a:ext cx="4782312" cy="14630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249424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(ORDER BY ...) es la «ventana»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706624"/>
            <a:ext cx="44165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agrupa nada: sigues teniendo una fila por libro, pero cada una lleva su posición.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Libros de partida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5362956" cy="914400"/>
        </p:xfrm>
        <a:graphic>
          <a:graphicData uri="http://schemas.openxmlformats.org/drawingml/2006/table">
            <a:tbl>
              <a:tblPr/>
              <a:tblGrid>
                <a:gridCol w="3754069"/>
                <a:gridCol w="1608887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titulo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nombre del viento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Palabras de fuego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sombra del viento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277356" y="384048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columna posicion añadida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4251960"/>
          <a:ext cx="5362956" cy="914400"/>
        </p:xfrm>
        <a:graphic>
          <a:graphicData uri="http://schemas.openxmlformats.org/drawingml/2006/table">
            <a:tbl>
              <a:tblPr/>
              <a:tblGrid>
                <a:gridCol w="2949626"/>
                <a:gridCol w="1340739"/>
                <a:gridCol w="1072591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titulo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nombre del viento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Palabras de fuego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sombra del viento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ranking con posición: nativeQuery = true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JPQL y transacciones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7043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Quieres que el propio ranking devuelva la posición (1º, 2º, 3º...) sin calcularla tú en Java. La ventana numera ahora los grupos del GROUP BY: eso ya es SQL de verdad, no JPQL.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1672" cy="1965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73152" cy="19659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1063447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</a:t>
            </a:r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(value = </a:t>
            </a:r>
            <a:pPr indent="0" marL="0">
              <a:buNone/>
            </a:pPr>
            <a:r>
              <a:rPr lang="en-US" sz="135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 e.*, ROW_NUMBER() OVER (ORDER BY COUNT(l.id) DESC) AS posicion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 editorial e LEFT JOIN libro l ON l.editorial_id = e.id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GROUP BY e.id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5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nativeQuery = true)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List&lt;Object[]&gt; rankingConPosicion();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5408676" cy="18745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4398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Pierdes independencia de motor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946904"/>
            <a:ext cx="504291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nativeQuery = true: el texto es SQL tal cual lo entiende tu gestor, con sus funciones específicas. Solo vale donde exista esa sintaxis.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1636" y="4389120"/>
            <a:ext cx="5408676" cy="18745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4516" y="444398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 ya no son entidades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14516" y="4946904"/>
            <a:ext cx="504291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a ser List&lt;Object[]&gt;, una por fila: el motor no sabe mapear una columna calculada como posicion a ningún campo de tu entidad.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 con JPQL: @Modifying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JPQL y transacciones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7043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JPQL también ejecuta un UPDATE o un DELETE sobre varias filas sin cargarlas antes en Java una a una. Aquí, un descuento a todos los libros de una editorial.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1672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73152" cy="16916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1063447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@Modifying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 Libro l SET l.precio = l.precio * 0.9"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+ </a:t>
            </a:r>
            <a:pPr indent="0" marL="0">
              <a:buNone/>
            </a:pPr>
            <a:r>
              <a:rPr lang="en-US" sz="14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WHERE l.editorial.id = :editorialId"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aplicarDescuento(</a:t>
            </a:r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"editorialId"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Long editorialId);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40867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12394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@Modifying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4626864"/>
            <a:ext cx="5042916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dice a Spring Data que esta consulta no es un SELECT, sino que modifica datos.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1636" y="4069080"/>
            <a:ext cx="5408676" cy="21945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4516" y="412394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int que devuelve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14516" y="4626864"/>
            <a:ext cx="5042916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número de filas actualizadas: si el descuento afecta a cinco libros, devuelve 5. Ninguna se convierte antes en un objeto Libro.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escribes la operación, y qué transacción necesita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JPQL y transacciones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8686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7043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el procedimiento almacenado, este método evita recuperar todos los libros y recorrerlos con un bucle. Cambia dónde escribes la operación.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362956" cy="17373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8600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Procedimiento almacenado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49971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operación se guarda dentro de PostgreSQL y la aplicación la invoca.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7356" y="2194560"/>
            <a:ext cx="5362956" cy="17373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4516" y="228600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JPQL con @Modifying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60236" y="2880360"/>
            <a:ext cx="49971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actualización se declara en el repository de la aplicación. Es la que usarás aquí.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91672" cy="210312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054303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@Transactional no puede ser readOnly
</a:t>
            </a:r>
            <a:endParaRPr lang="en-US" sz="2000" dirty="0"/>
          </a:p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UPDATE o un DELETE modifica datos y necesita una transacción de escritura: @Transactional a secas, igual que en los métodos create() y update() de tus servicios.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JPQL y transacciones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JPQL opera sobre entidades y propiedades Java, no sobre tablas y columnas SQL.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85916" y="118872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68796" y="14173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8796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46036" y="118872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vías: naming (simple y fijo), Specifications (dinámico) y @Query/JPQL (complejo y fijo, típicamente agregaciones).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246888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@Param conecta un :parámetro del JPQL con un argumento del método: el nombre debe coincidir exactamente.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85916" y="246888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8796" y="26974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879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46036" y="246888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comprueba las @Query al arrancar; en una Specification, algunos errores solo aparecen al ejecutar.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374904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agregación (COUNT, SUM, AVG con GROUP BY) resume varias filas. LEFT JOIN conserva los grupos vacíos.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85916" y="374904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8796" y="3977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8796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46036" y="374904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nativeQuery = true escribe SQL literal: pierdes independencia de motor y el resultado pasa a Object[] por fila.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257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08760" y="502920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@Modifying marca una @Query como escritura (UPDATE/DELETE) y devuelve las filas afectadas, no una lista.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185916" y="502920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8796" y="5257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8796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46036" y="502920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@Transactional a secas, nunca readOnly.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Consultas JPQL y transacciones</dc:title>
  <dc:subject>PptxGenJS Presentation</dc:subject>
  <dc:creator>Acceso a Datos</dc:creator>
  <cp:lastModifiedBy>Acceso a Datos</cp:lastModifiedBy>
  <cp:revision>1</cp:revision>
  <dcterms:created xsi:type="dcterms:W3CDTF">2026-09-21T18:46:32Z</dcterms:created>
  <dcterms:modified xsi:type="dcterms:W3CDTF">2026-09-21T18:46:32Z</dcterms:modified>
</cp:coreProperties>
</file>