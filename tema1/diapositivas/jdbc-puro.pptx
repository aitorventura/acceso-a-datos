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1: MANEJO DE CONECTORES Y HERRAMIENTAS ORM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puro: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manual sin ORM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JDBC puro: conexión manual sin ORM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Spring Data JPA a JDBC: las cuatro piezas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62956" cy="16916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5088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ahora: Spring Data JPA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49971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Declaras una entidad, extiendes JpaRepository y save() o findAll() funcionan sin una línea de SQL ni gestionar conexiones.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7356" y="1188720"/>
            <a:ext cx="5362956" cy="16916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80160"/>
            <a:ext cx="5088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JDBC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60236" y="1783080"/>
            <a:ext cx="49971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API estándar de Java para bases de datos relacionales y la base sobre la que se apoya todo lo demás, incluido Hibernate.</a:t>
            </a:r>
            <a:endParaRPr lang="en-US" sz="1500" dirty="0"/>
          </a:p>
        </p:txBody>
      </p:sp>
      <p:pic>
        <p:nvPicPr>
          <p:cNvPr id="11" name="Image 0" descr="C:/Users/Aitor/Documents/apuntes-profe/acceso-a-datos/docs/tema1/img/tema1_cuatro_piezas_jd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08960"/>
            <a:ext cx="7040880" cy="281564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863840" y="3108960"/>
            <a:ext cx="3776472" cy="27432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3163824"/>
            <a:ext cx="3410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pieza es un recurso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046720" y="3666744"/>
            <a:ext cx="3410712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Mientras está abierta ocupa una conexión de red y memoria en el gestor. Si no se cierra, sigue ocupándolas hasta que algo la cierre, o hasta que termine el proceso.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problemática: todo pasa a ser cosa tuya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786384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61872"/>
            <a:ext cx="548640" cy="5486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61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143000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y cerrar la conexión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1143000"/>
            <a:ext cx="6336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URL, usuario y contraseña correctos, y sin olvidarte de cerrarla.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39112"/>
            <a:ext cx="11091672" cy="786384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157984"/>
            <a:ext cx="548640" cy="5486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579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2039112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 el SQL a mano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2039112"/>
            <a:ext cx="6336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texto: nadie comprueba la sintaxis hasta que lo ejecutas.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935224"/>
            <a:ext cx="11091672" cy="786384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054096"/>
            <a:ext cx="548640" cy="5486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540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2935224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los parámetros con cuidado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20640" y="2935224"/>
            <a:ext cx="6336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 expones a una inyección SQL.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831336"/>
            <a:ext cx="11091672" cy="786384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950208"/>
            <a:ext cx="548640" cy="5486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50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3831336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Recorrer el resultado fila a fila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20640" y="3831336"/>
            <a:ext cx="6336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Extrayendo cada columna con el getXxx que toque y construyendo tú el objeto Java.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727448"/>
            <a:ext cx="11091672" cy="786384"/>
          </a:xfrm>
          <a:prstGeom prst="roundRect">
            <a:avLst/>
          </a:prstGeom>
          <a:solidFill>
            <a:srgbClr val="FBE9E7"/>
          </a:solidFill>
          <a:ln w="15875">
            <a:solidFill>
              <a:srgbClr val="E64A1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846320"/>
            <a:ext cx="548640" cy="5486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63040" y="4727448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SQLException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20640" y="4727448"/>
            <a:ext cx="6336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excepción checked: hay que capturarla o declararla en cada método que toque JDBC.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669280"/>
            <a:ext cx="11091672" cy="6400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742432"/>
            <a:ext cx="10634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es difícil por separado: el problema es acordarse de las cinco, en cada consulta, cada vez.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consulta, dos formas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Spring Data JPA (lo que ya conoces)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4480560" cy="1463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27048"/>
            <a:ext cx="73152" cy="14630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18488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LibroRepository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JpaRepository&lt;Libro, Long&gt;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List&lt;Libro&gt; findByEditorialId(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Long editorialId);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480560" cy="15544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0954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línea, sin cuerpo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712464"/>
            <a:ext cx="411480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 lee el nombre (findBy + EditorialId) y genera el SQL él solo.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4480560" cy="13716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965192"/>
            <a:ext cx="402336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Quince líneas para lo mismo, y esta ya es la versión correcta, con los recursos cerrándose solos.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03520" y="1143000"/>
            <a:ext cx="6336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JDBC puro (lo que vas a hacer hoy)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303520" y="1527048"/>
            <a:ext cx="6336792" cy="4754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1527048"/>
            <a:ext cx="73152" cy="47548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618488"/>
            <a:ext cx="587959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id, titulo, precio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"FROM libro WHERE editorial_id = ?"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(Connection conn = DriverManager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.getConnection(url, user, pass);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PreparedStatement stmt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conn.prepareStatement(sql))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stmt.setLong(1, editorialId);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(ResultSet rs = stmt.executeQuery())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List&lt;Libro&gt; libros =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(rs.next())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Libro libro =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libro.setId(rs.getLong(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libro.setTitulo(rs.getString(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libro.setPrecio(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rs.getBigDecimal(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"precio"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libros.add(libro);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(SQLException 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RuntimeException(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 accediendo a la base de datos"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la conexión y preparar la sentencia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2532888" cy="54864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Abrir la conexión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81528" y="1143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01568" y="1143000"/>
            <a:ext cx="2532888" cy="54864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14300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Preparar la sentencia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34456" y="1143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54496" y="1143000"/>
            <a:ext cx="2532888" cy="54864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14300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Ejecutar y recorrer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87384" y="1143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07424" y="1143000"/>
            <a:ext cx="2532888" cy="54864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07424" y="114300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Cerrar los recursos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192024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1: abrir la conexión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304288"/>
            <a:ext cx="5408676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304288"/>
            <a:ext cx="73152" cy="16002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395728"/>
            <a:ext cx="495147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conn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DriverManager.getConnection(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"jdbc:postgresql://localhost:5432/libreria_db"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"libreria_user"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"password123"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540867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6966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llamada abre una conexión nueva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4672584"/>
            <a:ext cx="5042916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URL, usuario y contraseña de application-dev.yml, pero pasados desde Java. Spring usaría un pool (HikariCP); aquí, DriverManager para ver JDBC sin nadie que gestione las conexiones.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1636" y="192024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2: preparar la sentencia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31636" y="2304288"/>
            <a:ext cx="5408676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1636" y="2304288"/>
            <a:ext cx="73152" cy="16002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5956" y="2395728"/>
            <a:ext cx="495147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id, titulo, precio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"FROM libro WHERE editorial_id = ?"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 stmt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conn.prepareStatement(sql);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stmt.setLong(1, editorialId);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31636" y="4114800"/>
            <a:ext cx="5408676" cy="21945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4516" y="416966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concatenes el SQL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14516" y="4672584"/>
            <a:ext cx="5042916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"... = " + editorialId, un valor como 1 OR 1=1 se interpreta como código: inyección SQL. Con ? el valor viaja aparte y el driver lo trata siempre como dato.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Recorrer el resultado y cerrar los recursos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2532888" cy="54864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Abrir la conexión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81528" y="1143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01568" y="1143000"/>
            <a:ext cx="2532888" cy="54864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14300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Preparar la sentencia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34456" y="1143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54496" y="1143000"/>
            <a:ext cx="2532888" cy="54864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14300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Ejecutar y recorrer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87384" y="1143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07424" y="1143000"/>
            <a:ext cx="2532888" cy="54864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07424" y="114300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Cerrar los recursos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192024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3: ejecutar y recorrer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304288"/>
            <a:ext cx="5408676" cy="2103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304288"/>
            <a:ext cx="73152" cy="21031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395728"/>
            <a:ext cx="49514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ResultSet rs = stmt.executeQuery();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(rs.next())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 id = rs.getLong(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titulo = rs.getString(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BigDecimal precio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rs.getBigDecimal(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"precio"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mapear a mano a un objeto Java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408676" cy="10058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26864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ResultSet es un cursor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992624"/>
            <a:ext cx="50429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rs.next() avanza fila a fila; getXxx("columna") extrae cada valor.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715000"/>
            <a:ext cx="5408676" cy="6400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788152"/>
            <a:ext cx="49514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mapeo, de fila a objeto Libro, es exactamente lo que Hibernate hace por ti, en cada fila.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31636" y="192024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4: try-with-resources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31636" y="2304288"/>
            <a:ext cx="5408676" cy="2103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1636" y="2304288"/>
            <a:ext cx="73152" cy="21031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5956" y="2395728"/>
            <a:ext cx="49514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(Connection conn = DriverManager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.getConnection(url, user, pass);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PreparedStatement stmt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conn.prepareStatement(sql))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stmt.setLong(1, editorialId);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(ResultSet rs = stmt.executeQuery())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(rs.next()) { /* ... */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31636" y="4526280"/>
            <a:ext cx="5408676" cy="18288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4516" y="4581144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no es opcional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14516" y="5084064"/>
            <a:ext cx="504291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cada recurso al salir del bloque, en orden inverso y también si hay excepción. Si no, la sesión con PostgreSQL sigue ocupada y, repetido, se alcanza el límite de conexiones.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para escribir? INSERT con JDBC puro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Spring Data JPA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4480560" cy="1325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27048"/>
            <a:ext cx="73152" cy="13258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1848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Libro guardado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libroRepository.save(libro);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idGenerado = guardado.getId();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ya viene relleno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4480560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1810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save() lo hace todo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621024"/>
            <a:ext cx="41148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el INSERT, lo ejecuta y rellena el id de tu objeto con el valor generado.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4480560" cy="155448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76402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executeUpdate(), no executeQuery()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5266944"/>
            <a:ext cx="411480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INSERT, UPDATE y DELETE devuelven el número de filas afectadas, no un ResultSet.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1143000"/>
            <a:ext cx="6336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JDBC puro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03520" y="1527048"/>
            <a:ext cx="6336792" cy="35661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1527048"/>
            <a:ext cx="73152" cy="35661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618488"/>
            <a:ext cx="587959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"INSERT INTO libro (titulo, precio,"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editorial_id) VALUES (?, ?, ?)"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(Connection conn = DriverManager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.getConnection(url, user, pass);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PreparedStatement stmt = conn.prepareStatement(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sql, Statement.RETURN_GENERATED_KEYS))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stmt.setString(1, titulo);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stmt.setBigDecimal(2, precio);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stmt.setLong(3, editorialId);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stmt.executeUpdate();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(ResultSet keys = stmt.getGeneratedKeys())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(keys.next())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Long idGenerado = keys.getLong(1);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5257800"/>
            <a:ext cx="6336792" cy="10515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5312664"/>
            <a:ext cx="5971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 de olvidar: RETURN_GENERATED_KEYS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0" y="5678424"/>
            <a:ext cx="597103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él, getGeneratedKeys() devuelve un ResultSet vacío y no sabes qué id tiene la fila nueva.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 manuales con JDBC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0515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10634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promoción aplica un descuento a dos libros. No tendría sentido que el primero cambiara de precio y el segundo no, porque un error a mitad del proceso haya cortado el resto.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362956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14600"/>
            <a:ext cx="5088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defecto: autocommit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49971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sentencia se confirma automáticamente en cuanto termina.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7356" y="2423160"/>
            <a:ext cx="5362956" cy="16002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4516" y="2514600"/>
            <a:ext cx="5088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setAutoCommit(false)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60236" y="3017520"/>
            <a:ext cx="49971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decides cuándo confirmar o deshacer los cambios: commit() o rollback().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agrupar varias operaciones en una transacción, primero desactiva el autocommit: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91672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663440"/>
            <a:ext cx="73152" cy="8229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75488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conn.setAutoCommit(false);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 completan todas las operaciones, o no se conserva ninguna.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Transacción completa: dos libros, commit y rollback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libro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5408676" cy="3611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27048"/>
            <a:ext cx="73152" cy="36118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18488"/>
            <a:ext cx="495147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 libro SET precio = precio * 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WHERE id = ?"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(Connection conn = DriverManager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.getConnection(url, user, pass))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conn.setAutoCommit(false);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(PreparedStatement stmt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conn.prepareStatement(sql))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Primer libro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stmt.setBigDecimal(1,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BigDecimal(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"0.90"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stmt.setLong(2, 1L);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(stmt.executeUpdate() != 1)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SQLException(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se ha encontrado el primero"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31636" y="1143000"/>
            <a:ext cx="5408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libro, commit y rollback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31636" y="1527048"/>
            <a:ext cx="5408676" cy="3611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1636" y="1527048"/>
            <a:ext cx="73152" cy="36118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5956" y="1618488"/>
            <a:ext cx="495147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Segundo libro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stmt.setBigDecimal(1,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BigDecimal(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"0.90"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stmt.setLong(2, 2L);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(stmt.executeUpdate() != 1)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SQLException(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se ha encontrado el segundo"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conn.commit();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(SQLException 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conn.rollback();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(SQLException 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RuntimeException(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se ha podido aplicar la promoción"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349240"/>
            <a:ext cx="11091672" cy="9601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422392"/>
            <a:ext cx="1063447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UPDATE sin fila no siempre lanza excepción: executeUpdate() devuelve 0. Por eso el código comprueba que cada sentencia modifique exactamente una fila.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flujo, y la diferencia con @Transactional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pic>
        <p:nvPicPr>
          <p:cNvPr id="5" name="Image 0" descr="C:/Users/Aitor/docxgen/img/jdbc-transac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11091672" cy="20875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520440"/>
            <a:ext cx="5362956" cy="17373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611880"/>
            <a:ext cx="5088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JDBC puro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49971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la transacción, hacer commit y ejecutar el rollback forman parte de tu propio código.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77356" y="3520440"/>
            <a:ext cx="5362956" cy="17373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14516" y="3611880"/>
            <a:ext cx="5088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@Transactional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60236" y="4114800"/>
            <a:ext cx="49971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abre la transacción, hace el commit y ejecuta el rollback por ti.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5440680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551383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algo falla en la segunda actualización, rollback() deshace también la primera: dentro de la misma transacción, o todo o nada.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Spring Data JPA te estaba ahorrando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JDBC puro, tienes que...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Spring Data JPA...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Pedir una Connection a DriverManager y cerrarla al terminar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toma una conexión del pool de HikariCP y la devuelve al terminar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Escribir el SQL como texto, tú mismo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Hibernate lo genera a partir de tus entidades y del nombre del método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Mapear cada fila del ResultSet a un objeto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Hibernate mapea cada fila a tu entidad automáticamente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Capturar SQLException en cada método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la convierte en excepciones unchecked, más cómodas de propagar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Desactivar el autocommit y decidir commit() o rollback()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@Transactional abre, confirma o deshace la transacción por ti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aprender JDBC si el ORM lo hace todo?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que has visto la «fontanería» real, libroRepository.findAll() deja de ser magia: es JDBC con todo este trabajo repetitivo automatizado.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362956" cy="2743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77440"/>
            <a:ext cx="5088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ORM sigue generando SQL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499719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qué SQL genera, y por qué a veces conviene evitarlo, te ayudará a diagnosticar problemas de rendimiento. Y hay casos (consultas muy específicas, procedimientos almacenados) donde JDBC o JdbcTemplate son lo más directo.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7356" y="2286000"/>
            <a:ext cx="5362956" cy="27432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4516" y="2377440"/>
            <a:ext cx="5088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viene: Actividad 1.3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60236" y="2971800"/>
            <a:ext cx="499719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Dejas GameVault un momento: un proyecto Java suelto, sin Spring, con su propia base de datos, para ver JDBC sin nada alrededor que lo oculte.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JDBC puro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18872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es la API estándar de Java para bases de datos y la base sobre la que se apoya cualquier ORM, incluido Hibernate.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85916" y="118872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68796" y="14173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8796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46036" y="118872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piezas: DriverManager/DataSource (abre), Connection (sesión), PreparedStatement (SQL) y ResultSet (cursor).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246888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JDBC puro te encargas de abrir y cerrar la conexión, escribir el SQL, mapear cada fila y capturar SQLException.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85916" y="246888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8796" y="269748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8796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46036" y="246888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recurso abierto y no cerrado sigue consumiendo: se cierra siempre, con try-with-resources.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9776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374904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PreparedStatement con parámetros (?) evita la inyección SQL; concatenar datos externos con + es peligroso siempre.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85916" y="374904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8796" y="39776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8796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46036" y="374904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Escribir: executeUpdate() y Statement.RETURN_GENERATED_KEYS si necesitas el id generado.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2578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08760" y="502920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Transacción manual: setAutoCommit(false), commit() si todo va bien y rollback() si algo falla.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185916" y="502920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8796" y="52578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8796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146036" y="502920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@Transactional y JpaRepository hacen esto mismo por ti: abrir, commit y rollback.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JDBC puro: conexión manual sin ORM</dc:title>
  <dc:subject>PptxGenJS Presentation</dc:subject>
  <dc:creator>Acceso a Datos</dc:creator>
  <cp:lastModifiedBy>Acceso a Datos</cp:lastModifiedBy>
  <cp:revision>1</cp:revision>
  <dcterms:created xsi:type="dcterms:W3CDTF">2026-09-21T19:22:39Z</dcterms:created>
  <dcterms:modified xsi:type="dcterms:W3CDTF">2026-09-21T19:22:39Z</dcterms:modified>
</cp:coreProperties>
</file>