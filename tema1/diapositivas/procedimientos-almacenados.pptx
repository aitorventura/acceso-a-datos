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almacenados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Procedimientos almacenados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procedimiento almacenado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85816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5020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ahora: la lógica en Java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429512" cy="6858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1429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las filas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61032" y="1874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26792" y="1874520"/>
            <a:ext cx="1429512" cy="6858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6792" y="1874520"/>
            <a:ext cx="1429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recorre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6304" y="1874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22064" y="1874520"/>
            <a:ext cx="1429512" cy="6858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2064" y="1874520"/>
            <a:ext cx="1429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qué hacer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4496" y="1188720"/>
            <a:ext cx="5385816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261872"/>
            <a:ext cx="5020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la lógica en el motor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37376" y="1874520"/>
            <a:ext cx="1429512" cy="68580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874520"/>
            <a:ext cx="1429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app lo invoca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6888" y="1874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32648" y="1874520"/>
            <a:ext cx="1429512" cy="68580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2648" y="1874520"/>
            <a:ext cx="1429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lo ejecuta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62160" y="1874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027920" y="1874520"/>
            <a:ext cx="1429512" cy="68580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27920" y="1874520"/>
            <a:ext cx="1429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traer nada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PL/pgSQL: el lenguaje procedural de PostgreSQL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493008"/>
            <a:ext cx="6858000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493008"/>
            <a:ext cx="73152" cy="2743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584448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nombre_procedimiento(parametro TIPO)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plpgsql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$$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lógica con SQL normal aquí dentro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$$;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680960" y="3108960"/>
            <a:ext cx="3959352" cy="3127248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163824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863840" y="3666744"/>
            <a:ext cx="359359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SQL con lógica (variables, condiciones, bucles) que se guarda y se ejecuta dentro del gestor. Lo defines una vez y se invoca por su nombre.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vs. función, y sus parámetros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19202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971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devuelve un valor y se puede usar dentro de una consulta: SELECT mi_funcion(x).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188720"/>
            <a:ext cx="5362956" cy="19202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8016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60236" y="1874520"/>
            <a:ext cx="49971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por qué devolver nada y se invoca aparte con CALL. Encaja mejor para «ejecutar una acción» que para «calcular un valor».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91672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4670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por posición y de entrada (IN)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3849624"/>
            <a:ext cx="1072591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valor que envías desde Java rellena el primer parámetro, el segundo el segundo... El procedimiento puede leerlos, pero no modificarlos y devolvértelos.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2801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8348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inviertes el orden al invocarlo, el motor no avisa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cada valor al parámetro equivocado y el error solo aparece cuando compruebas el resultado.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tiene sentido usarlos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operación conviene que ocurra de forma atómica y cerca de los datos, como un ajuste masivo de precios que afecta a muchas filas a la vez.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procedimiento almacenado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39572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4320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pide todas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filas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8648" y="26974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288" y="2697480"/>
            <a:ext cx="239572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74320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Viajan por la 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la aplicación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97296" y="26974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45936" y="2697480"/>
            <a:ext cx="239572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74320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las modifica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 una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95944" y="26974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244584" y="2697480"/>
            <a:ext cx="239572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74320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Vuelven a viajar por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hacia la BD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procedimiento almacenado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08863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572000"/>
            <a:ext cx="49423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ejecuta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CALL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91556" y="452628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51676" y="4526280"/>
            <a:ext cx="508863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4828" y="4572000"/>
            <a:ext cx="49423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actualiza todas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filas ahí mismo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Hacerlo dentro del motor evita traer todas las filas a Java y devolverlas, con todo el tráfico de red que eso implica.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inconveniente: la lógica en dos sitios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2801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queda repartida entre tu código Java y la base de datos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difícil de versionar junto al resto del proyecto y de probar con las mismas herramientas.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4214835"/>
                <a:gridCol w="4214835"/>
              </a:tblGrid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Ventaja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Procedimiento almacenado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sola operación atómica, sin ida y vuelta por fila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Lógica repartida en dos sitios; más difícil de versionar y de probar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Bucle en Java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código en un solo sitio, fácil de testear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viaje de red por cada fila leída y modificada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invocan desde 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2011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CallableStatement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971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vía estándar de JDBC: el primo de PreparedStatement pensado para procedimientos. Solo para que sepas que existe.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188720"/>
            <a:ext cx="5362956" cy="20116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8016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JdbcTemplate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0236" y="1874520"/>
            <a:ext cx="49971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ayudante de Spring sobre JDBC puro: sin abrir conexión, cerrar recursos ni gestionar excepciones a mano. No llega a ser un ORM.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línea: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319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jdbcTemplate.update(</a:t>
            </a:r>
            <a:pPr indent="0" marL="0">
              <a:buNone/>
            </a:pPr>
            <a:r>
              <a:rPr lang="en-US" sz="15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"CALL ajustar_precio_editorial(?, ?)"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editorialId, porcentaje);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1672" cy="12801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19472"/>
            <a:ext cx="106344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JdbcTemplate abre la conexión, prepara la sentencia con parámetros (igual de seguros frente a inyección SQL que el PreparedStatement que ya conoces), la ejecuta y cierra todo por ti.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ajustar_precio_editorial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editorial sube (o baja) el precio de todo su catálogo en un porcentaje: una operación masiva, atómica y cerca de los datos.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 procedimiento en PostgreSQL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6949440" cy="3520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78608"/>
            <a:ext cx="73152" cy="35204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70048"/>
            <a:ext cx="64922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ajustar_precio_editorial(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p_editorial_id BIGINT,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p_porcentaje NUMERIC)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plpgsql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$$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precio = ROUND(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precio * (1 + p_porcentaje / 100.0),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editorial_id = p_editorial_id;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2194560"/>
            <a:ext cx="3867912" cy="17373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249424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una sola vez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55280" y="2752344"/>
            <a:ext cx="3502152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o baja el precio de todos los libros de una editorial en el porcentaje indicado.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4114800"/>
            <a:ext cx="3867912" cy="19659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169664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ROUND(..., 2)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955280" y="4672584"/>
            <a:ext cx="350215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tiene precisión 10,2. Sin redondear, el cálculo podría dejar más decimales de los que la columna admite.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invocación desde el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 método del service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858000" cy="4663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73152" cy="46634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6400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EditorialService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EditorialRepository editorialRepository;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JdbcTemplate jdbcTemplate;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ajustarPrecio(Long editorialId,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BigDecimal porcentaje)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(!editorialRepository.existsById(editorialId))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ResponseStatusException(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HttpStatus.NOT_FOUND,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"Editorial no encontrada"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jdbcTemplate.update(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"CALL ajustar_precio_editorial(?, ?)"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editorialId, porcentaje);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188720"/>
            <a:ext cx="3959352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243584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bean más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0" y="1746504"/>
            <a:ext cx="359359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JdbcTemplate se inyecta como cualquier otro, sin configuración: Spring Boot lo crea al detectar un DataSource.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2788920"/>
            <a:ext cx="3959352" cy="14630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2843784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y JDBC conviven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3346704"/>
            <a:ext cx="359359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existsById sigue siendo Spring Data JPA: solo la parte que conviene ejecutar cerca de los datos va por JdbcTemplate.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4389120"/>
            <a:ext cx="3959352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443984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63840" y="4946904"/>
            <a:ext cx="3593592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lectura y una escritura: el método entero es una sola unidad todo-o-nada.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 procedimiento y no un bucle en Java?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2514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Java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todos los libros de la editorial.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487168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41448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Recorrerlos con un bucle.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054096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008376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su precio uno por uno.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1188720"/>
            <a:ext cx="5362956" cy="2514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1243584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procedimiento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60236" y="1746504"/>
            <a:ext cx="4997196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ya está guardada dentro de PostgreSQL y la aplicación solo la invoca con CALL. El gestor actualiza todos los libros sin enviarlos antes a Java ni recorrerlos uno a uno.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0507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solicita una operación, pero la lógica que la ejecuta está almacenada dentro de la propia base de datos.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1672" cy="123444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064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 falta un paso
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cualquier otra operación de tu API, aún no es alcanzable desde fuera: falta un endpoint en el controller que llame a ajustarPrecio(...) y lo exponga por HTTP.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cerrar el tema: consultas derivadas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«Operaciones CRUD y transacciones» viste findByEditorialId como idea suelta. Aquí, la convención completa: Spring Data JPA lee el nombre del método pieza a pieza y lo traduce a una consulta.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5989503"/>
                <a:gridCol w="5102169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(sobre LibroRepository)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genera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findByTitulo(String titulo)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titulo = 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findByPrecioLessThan(BigDecimal precio)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precio &lt; 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findByTituloContainingIgnoreCase(String fragmento)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LOWER(titulo) LIKE LOWER('%fragmento%')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findByEditorialIdOrderByPrecioDesc(Long editorialId)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editorial_id = ? ORDER BY precio DESC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existsByTitulo(String titulo)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findByTitulo, pero devuelve boolean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countByEditorialId(Long editorialId)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long: cuántas filas, no cuáles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deleteByEditorialId(Long editorialId)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FROM libro WHERE editorial_id = 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piezas se combinan entre sí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List&lt;Libro&gt; findByTituloContainingIgnoreCaseOrderByPrecioAsc(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fragmento);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37304" y="219456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4464" y="228600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TituloContainingIgnoreCase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0184" y="288036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titulo contiene el fragmento, sin distinguir mayúsculas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5968" y="2194560"/>
            <a:ext cx="3514344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3128" y="228600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OrderByPrecioAsc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88036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ordenado por precio ascendente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91672" cy="214884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1054303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nombre mal escrito falla al arrancar, no al llamarlo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valida cada método derivado contra los campos de la entidad al arrancar. Con findByTitle en vez de findByTitulo, la aplicación ni arranca: PropertyReferenceException señala qué parte del nombre no ha sabido interpretar.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Procedimientos almacenados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procedimiento almacenado es código con lógica que vive y se ejecuta dentro del gestor, no en la aplicación.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08776" y="123444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6459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68896" y="123444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usa PL/pgSQL. Un procedimiento se invoca con CALL; una función se puede usar dentro de un SELECT.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92608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parámetros van por posición y son IN por defecto: invertir el orden no da error, asigna mal los valores.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8776" y="292608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333756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68896" y="292608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operar dentro de la base de datos sin cargar y recorrer filas una a una desde Java.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61772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JdbcTemplate es el ayudante de Spring sobre JDBC: parámetros seguros y convive con los repositorios JPA.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8776" y="461772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50292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68896" y="461772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consultas derivadas por nombre generan SQL sin escribirlo, pero un nombre mal escrito falla al arrancar, no al llamarlo.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Procedimientos almacenados</dc:title>
  <dc:subject>PptxGenJS Presentation</dc:subject>
  <dc:creator>Acceso a Datos</dc:creator>
  <cp:lastModifiedBy>Acceso a Datos</cp:lastModifiedBy>
  <cp:revision>1</cp:revision>
  <dcterms:created xsi:type="dcterms:W3CDTF">2026-09-21T18:44:38Z</dcterms:created>
  <dcterms:modified xsi:type="dcterms:W3CDTF">2026-09-21T18:44:38Z</dcterms:modified>
</cp:coreProperties>
</file>