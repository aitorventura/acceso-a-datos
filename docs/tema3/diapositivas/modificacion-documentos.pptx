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187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3: BASES DE DATOS DOCUMENTALES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Modificación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documentos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Modificación de documentos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Modificación de documentos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1091672" cy="23774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4303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falta la pieza final del bloque documental: modificar un documento concreto, con una particularidad que no habías tenido que resolver hasta ahora — comprobar quién tiene permiso para hacerlo.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Añadir, modificar y eliminar, en mongosh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36576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3152" cy="36576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075688"/>
            <a:ext cx="10588752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Añadir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db.nota_lectura.insertOne({ libroId: 1, autor: "ana", puntuacion: 8 })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Modificar solo un campo concreto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db.nota_lectura.updateOne({ _id: ObjectId("...") }, { $set: { puntuacion: 9 } })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Reemplazar el documento entero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db.nota_lectura.replaceOne({ _id: ObjectId("...") },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libroId: 1, autor: "ana", puntuacion: 9, comentario: "..." })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Eliminar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db.nota_lectura.deleteOne({ _id: ObjectId("...") })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updateOne+$set, replaceOne, y save()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una diferencia conceptual importante entre updateOne con $set (modifica solo los campos indicados) y replaceOne (sustituye el documento entero). save() de Spring Data MongoDB hace lo segundo — reemplaza el documento completo, no un merge parcial.</a:t>
            </a:r>
            <a:endParaRPr lang="en-US" sz="1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91672" cy="3108960"/>
        </p:xfrm>
        <a:graphic>
          <a:graphicData uri="http://schemas.openxmlformats.org/drawingml/2006/table">
            <a:tbl>
              <a:tblPr/>
              <a:tblGrid>
                <a:gridCol w="2440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5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0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5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updateOne + $set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replaceOne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save() (Spring Data)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toca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los campos que indicas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 el documento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 el documento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Campos que no incluyes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quedan como estaban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Desaparecen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sobrescriben con lo que traiga el objeto Java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¿Lo usas desde Java?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 — es lo que ya usas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riesgo silencioso de save()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91672" cy="25603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54303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save() no hace un merge: sustituye el documento entero por el objeto Java que le pasas. Si ese objeto llega sin todos los campos rellenos, MongoDB los sobrescribe con null sin ningún aviso — a diferencia de $set, que solo toca lo que le dices explícitamente. Por eso el patrón de este apartado siempre carga el documento completo antes de tocar nada.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ejemplo completo: control de autoría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1091672" cy="24688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4303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usuario autenticado puede publicar una nota de lectura, pero solo el autor original debería poder modificarla después. Sin esa comprobación, cualquiera con sesión iniciada podría sobrescribir la puntuación y el comentario de otra persona — hasta ahora la única barrera ha sido "estás identificado", nunca "eres el dueño de esto".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dónde sale la identidad: Principal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1672" cy="32918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73152" cy="32918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755648"/>
            <a:ext cx="10588752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ResponseEntity&lt;NotaLecturaResponseDTO&gt; create(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@PathVariable Long libroId,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@Valid @RequestBody NotaLecturaRequestDTO dto,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Principal principal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NotaLecturaCreateDTO createDTO = new NotaLecturaCreateDTO(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libroId, principal.getName(), dto.puntuacion(), dto.comentario());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ResponseEntity.status(HttpStatus.CREATED)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.body(notaLecturaService.create(createDTO));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3035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principal.getName() toma la identidad del usuario autenticado, inyectada por Spring Security a partir del JWT que construyes en PSP — si la petición llega autenticada, Principal te da el nombre de quien la hizo.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patrón de control de autoría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4206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73152" cy="4206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10588752" cy="3986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NotaLecturaResponseDTO update(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notaLecturaId, NotaLecturaRequestDTO dto, String usuarioActual)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NotaLectura notaLectura = notaLecturaRepository.findById(notaLecturaId)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.orElseThrow(() -&gt; new ResponseStatusException(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HttpStatus.NOT_FOUND, "Nota de lectura no encontrada"));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(!notaLectura.getAutor().equals(usuarioActual))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ResponseStatusException(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HttpStatus.FORBIDDEN, "Solo el autor puede modificar esta nota");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notaLectura.setPuntuacion(dto.puntuacion());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notaLectura.setComentario(dto.comentario());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mapToDTO(notaLecturaRepository.save(notaLectura));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patrón, en tres pasos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Cargar el documento por id, comprobar que el campo autor guardado coincide con usuarioActual, y solo entonces aplicar los cambios y guardar.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110916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coincide, 403 Forbidden — el usuario está autenticado (sabemos quién es), pero no tiene permiso para esta acción concreta sobre este recurso. Si la nota de lectura no existe, 404 Not Found, como ya conoces.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/notas-lectura/{id}: el flujo de decisión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265676" y="1554480"/>
            <a:ext cx="3657600" cy="59436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265676" y="15544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/notas-lectura/{id}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340407" y="2468880"/>
            <a:ext cx="7508138" cy="59436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340407" y="2468880"/>
            <a:ext cx="75081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¿Existe el documento?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4476" y="3063240"/>
            <a:ext cx="914" cy="13716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362956" cy="7772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52715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 404 Not Found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30118" y="3200400"/>
            <a:ext cx="914" cy="13716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277356" y="3337560"/>
            <a:ext cx="5362956" cy="7772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23076" y="3337560"/>
            <a:ext cx="52715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→ continúa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58834" y="3200400"/>
            <a:ext cx="914" cy="13716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230118" y="3200400"/>
            <a:ext cx="5728716" cy="914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340407" y="4480560"/>
            <a:ext cx="7508138" cy="59436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2340407" y="4480560"/>
            <a:ext cx="75081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¿autor == usuarioActual?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4476" y="5074920"/>
            <a:ext cx="914" cy="13716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5362956" cy="7772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94360" y="5349240"/>
            <a:ext cx="52715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 403 Forbidden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30118" y="5212080"/>
            <a:ext cx="914" cy="13716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6277356" y="5349240"/>
            <a:ext cx="5362956" cy="7772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323076" y="5349240"/>
            <a:ext cx="52715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→ Modifica y guarda → 200 OK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958834" y="5212080"/>
            <a:ext cx="914" cy="13716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230118" y="5212080"/>
            <a:ext cx="5728716" cy="914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en ese orden, y no al revés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1091672" cy="23774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54303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averiguas si el recurso existe (si no, 404), y solo después comparas el autor (si no coincide, 403) — invertirlo no tendría sentido, porque no puedes comparar el autor de un documento que todavía no has cargado.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práctica, el autor no es la única vía de permiso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1091672" cy="24688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4303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cualquier aplicación real añade una segunda vía: un rol de moderación (un ADMIN) que pueda actuar igual sin ser el autor. La condición pasa de autor == usuarioActual a autor == usuarioActual O esAdmin — el rol no sustituye la comprobación de autoría, se suma a ella como una vía alternativa de permiso.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id ya es único — ¿para qué comprobar el padre?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91672" cy="26517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4303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ruta anida el recurso bajo otro (PUT /libros/{libroId}/notas-lectura/{id}), el id de la nota ya basta para encontrarla. Pero como la URL afirma que esa nota pertenece a ese libro, conviene comprobarlo también: si pertenece a otro libro distinto, trátalo igual que si no existiera (404) — para esa URL, ese recurso no está.</a:t>
            </a:r>
            <a:endParaRPr lang="en-US" sz="2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save() y deleteById, otra vez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916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NotaLecturaRepository ya tiene save() heredado, y sirve tanto para crear un documento nuevo como para actualizar uno existente — basta con que el objeto tenga el mismo id que ya existe en la colección. No es un concepto nuevo: es exactamente lo mismo que ya viste con JpaRepository en el Tema 1.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10916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mismo pasa con deleteById(id), heredado de MongoRepository igual que en JpaRepository — el método en sí no hay que escribirlo. Lo que sí construyes tú es el endpoint que lo expone con el mismo control de autoría o rol de administrador.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alternativa más avanzada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21031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54303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patrón de hoy hace dos pasos en Java: cargar el documento, comprobar el autor, y solo entonces guardar. Hay una forma más directa: exigir esa misma condición dentro del propio filtro de la actualización — db.nota_lectura.updateOne({ _id: ..., autor: usuarioActual }, { $set: {...} }).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autor no coincide, el filtro no encuentra nada que actualizar: cero documentos modificados, sin lectura previa. Es más eficiente, pero pierdes precisión en el error — sin una consulta aparte, no puedes distinguir "no existe" de "no es tuyo".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109167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3800"/>
              </a:spcAft>
              <a:buSzPct val="100000"/>
              <a:buChar char="•"/>
            </a:pPr>
            <a:r>
              <a:rPr lang="en-US" sz="2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updateOne con $set modifica campos concretos; replaceOne (y save() de Spring Data) sustituye el documento entero — y lo hace en silencio, sin avisar si el objeto Java llega con campos vacíos.</a:t>
            </a:r>
            <a:endParaRPr lang="en-US" sz="2300" dirty="0"/>
          </a:p>
          <a:p>
            <a:pPr marL="190500" indent="-190500">
              <a:buSzPct val="100000"/>
              <a:buChar char="•"/>
            </a:pPr>
            <a:r>
              <a:rPr lang="en-US" sz="2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te da la identidad del usuario autenticado, inyectada por Spring Security a partir del JWT construido en PSP.</a:t>
            </a:r>
            <a:endParaRPr lang="en-US" sz="2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 (cont.)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109167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34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patrón de control de autoría: cargar → comprobar que el autor coincide con el usuario actual → solo entonces modificar y guardar. 403 si no coincide, 404 si no existe — en ese orden, porque no puedes comparar el autor de algo que no has cargado todavía.</a:t>
            </a:r>
            <a:endParaRPr lang="en-US" sz="2200" dirty="0"/>
          </a:p>
          <a:p>
            <a:pPr marL="190500" indent="-190500"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práctica, un rol de moderación (ADMIN) suele añadirse como segunda vía de permiso junto al autor — autor == usuarioActual O esAdmin, no en sustitución de la comprobación de autoría.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 (cont.)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9167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3000"/>
              </a:spcAft>
              <a:buSzPct val="100000"/>
              <a:buChar char="•"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URL anida el recurso bajo un padre, comprueba también que el documento pertenece a ese padre, aunque su propio id ya sea único — si no coincide, 404, igual que si no existiera para esa URL.</a:t>
            </a:r>
            <a:endParaRPr lang="en-US" sz="1950" dirty="0"/>
          </a:p>
          <a:p>
            <a:pPr marL="190500" indent="-190500">
              <a:spcAft>
                <a:spcPts val="3000"/>
              </a:spcAft>
              <a:buSzPct val="100000"/>
              <a:buChar char="•"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save()/deleteById() de MongoRepository sirven tanto para crear/actualizar como para eliminar un documento suelto, exactamente igual que JpaRepository — mismo concepto, distinto motor.</a:t>
            </a:r>
            <a:endParaRPr lang="en-US" sz="1950" dirty="0"/>
          </a:p>
          <a:p>
            <a:pPr marL="190500" indent="-190500">
              <a:buSzPct val="100000"/>
              <a:buChar char="•"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Filtrar la autoría directamente en el updateOne es más eficiente pero pierde precisión en el error — no se practica en este módulo, pero conviene saber que existe.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1689</Words>
  <Application>Microsoft Office PowerPoint</Application>
  <PresentationFormat>Panorámica</PresentationFormat>
  <Paragraphs>137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Modificación de documentos</dc:title>
  <dc:subject>PptxGenJS Presentation</dc:subject>
  <dc:creator>Acceso a Datos</dc:creator>
  <cp:lastModifiedBy>VENTURA EDO, AITOR</cp:lastModifiedBy>
  <cp:revision>2</cp:revision>
  <dcterms:created xsi:type="dcterms:W3CDTF">2026-08-10T17:19:07Z</dcterms:created>
  <dcterms:modified xsi:type="dcterms:W3CDTF">2026-08-10T19:30:32Z</dcterms:modified>
</cp:coreProperties>
</file>