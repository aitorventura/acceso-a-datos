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2: BD OBJETO-RELACIONALES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sobre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columnas JSONB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Consultas sobre columnas JSONB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sobre columnas JSONB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Consultas sobre columnas JSONB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1091672" cy="21945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43200"/>
            <a:ext cx="1054303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sabes guardar datos estructurados en una columna JSONB. El siguiente paso es filtrar por su contenido. Para ello no bastan los comparadores habituales sobre valores escalares: necesitas operadores y funciones de PostgreSQL capaces de acceder a las claves y valores almacenados dentro del JSON.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dentro de un JSON: operadores y funciones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Consultas sobre columnas JSONB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una columna normal, un WHERE compara el valor completo. Con JSONB hay que comprobar si existe (o qué vale) una clave concreta dentro del objeto: SQL puro, directamente contra PostgreSQL.</a:t>
            </a:r>
            <a:endParaRPr lang="en-US" sz="1650" dirty="0"/>
          </a:p>
        </p:txBody>
      </p:sp>
      <p:pic>
        <p:nvPicPr>
          <p:cNvPr id="6" name="Image 0" descr="C:/Users/Aitor/Documents/apuntes-profe/acceso-a-datos/docs/tema2/img/tema2_operadores_json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3877" y="1691640"/>
            <a:ext cx="8281199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ejemplo completo: disponibleEnFormato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Consultas sobre columnas JSONB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filtro más en el buscador: "solo libros disponibles en ebook". El dato vive dentro de la columna JSONB detallesEdicion.</a:t>
            </a:r>
            <a:endParaRPr lang="en-US" sz="16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887334"/>
                <a:gridCol w="2994751"/>
                <a:gridCol w="7209587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titulo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detalles_edicion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Cien años de soledad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{"tapaDura":{...}, "ebook":{"formato":"epub"}}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nombre del viento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{"bolsillo":{...}}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Rayuela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{"tapaDura":{...}}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1984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{"ebook":{"formato":"mobi"}, "bolsillo":{...}}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114800"/>
            <a:ext cx="11091672" cy="16916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4114800"/>
            <a:ext cx="73152" cy="16916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224528"/>
            <a:ext cx="10588752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titulo FROM libro WHERE detalles_edicion ? 'ebook';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Cien años de soledad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1984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respuesta que debe dar la API cuando alguien busque ?formato=ebook.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petición HTTP a las dos filas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Consultas sobre columnas JSONB</a:t>
            </a:r>
            <a:endParaRPr lang="en-US" sz="1100" dirty="0"/>
          </a:p>
        </p:txBody>
      </p:sp>
      <p:pic>
        <p:nvPicPr>
          <p:cNvPr id="5" name="Image 0" descr="C:/Users/Aitor/docxgen/img/consultas_fluj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417320"/>
            <a:ext cx="1051560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parámetro de consulta, el DTO, la Specification, .and(...) ya son conocidos — la novedad es el tramo Hibernate→PostgreSQL: cómo jsonb_exists(...) llega a formar parte de la consulta generada.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Specification, con jsonb_exists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Consultas sobre columnas JSONB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91672" cy="3063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73152" cy="30632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15568"/>
            <a:ext cx="10588752" cy="2843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Specification&lt;Libro&gt; disponibleEnFormato(String formato)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(formato == null || formato.isBlank())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Specification.unrestricted();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(root, query, criteriaBuilder) -&gt;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criteriaBuilder.isTrue(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criteriaBuilder.function(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"jsonb_exists",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Boolean.class,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root.get("detallesEdicion"),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criteriaBuilder.literal(formato)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251960"/>
            <a:ext cx="11091672" cy="18745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343400"/>
            <a:ext cx="1054303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tituloContiene o precioMayorOIgualA usan métodos directos de criteriaBuilder sobre columnas de tipo simple. Aquí no existe un método para "existe esta clave en este JSON": es una función específica de PostgreSQL, no del estándar JPA. Por eso hace falta criteriaBuilder.function(...): nombre de la función, tipo de retorno y argumentos.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Combinada con el resto, de forma transparente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Consultas sobre columnas JSONB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221992"/>
            <a:ext cx="11091672" cy="16916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21992"/>
            <a:ext cx="73152" cy="16916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10588752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Specification&lt;Libro&gt; spec = Specification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.where(LibroSpecifications.tituloContiene(filtro.titulo()))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.and(LibroSpecifications.precioMayorOIgualA(filtro.precioMin()))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.and(LibroSpecifications.disponibleEnFormato(filtro.formato()));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4279392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Filtrar por JSONB o por una columna relacional corriente es exactamente lo mismo desde fuera — una Specification más, encadenada con .and(...). Toda la complejidad queda encapsulada dentro de disponibleEnFormato.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si la clave está más adentro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Consultas sobre columnas JSONB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6479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jsonb_exists/? solo comprueban si una clave de primer nivel existe. "¿Tiene ebook?" no es lo mismo que "¿el ebook está en formato mobi?": para esa pregunta más concreta hace falta bajar un nivel: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724912"/>
            <a:ext cx="11091672" cy="21945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24912"/>
            <a:ext cx="73152" cy="21945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34640"/>
            <a:ext cx="10588752" cy="1975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Encadenando -&gt; hasta el último nivel, y -&gt;&gt; para el valor final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titulo FROM libro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detalles_edicion -&gt; 'ebook' -&gt;&gt; 'formato' = 'mobi';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Equivalente con el operador de ruta #&gt;&gt;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titulo FROM libro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detalles_edicion #&gt;&gt; '{ebook,formato}' = 'mobi';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14807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resultado ahora es solo 1984 — jsonb_exists(..., 'ebook') no distinguiría entre los dos libros, porque nunca mira el valor de la clave, solo si está presente.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 la clave no es lo mismo que su valor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Consultas sobre columnas JSONB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2/img/tema2_cuatro_libros_existe_vs_va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747" y="1005840"/>
            <a:ext cx="925545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Criteria API: jsonb_extract_path_text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Consultas sobre columnas JSONB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56232"/>
            <a:ext cx="11091672" cy="28346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56232"/>
            <a:ext cx="73152" cy="28346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10588752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criteriaBuilder.equal(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criteriaBuilder.function(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"jsonb_extract_path_text",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String.class,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root.get("detallesEdicion"),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criteriaBuilder.literal("ebook"),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criteriaBuilder.literal("formato")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"mobi"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965192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técnica es idéntica a la de disponibleEnFormato: nombre de la función nativa, tipo de retorno, argumentos — solo cambia la función y qué se hace con el resultado.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consultas JSONB acelera el índice GIN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Consultas sobre columnas JSONB</a:t>
            </a:r>
            <a:endParaRPr lang="en-US" sz="1100" dirty="0"/>
          </a:p>
        </p:txBody>
      </p:sp>
      <p:pic>
        <p:nvPicPr>
          <p:cNvPr id="5" name="Image 0" descr="C:/Users/Aitor/docxgen/img/tema2_gin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058" y="1051560"/>
            <a:ext cx="11274836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alternativa: @Query con SQL nativo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Consultas sobre columnas JSONB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Retoma el Tema 1: cuando JPQL no llegaba a algo, la solución era @Query(nativeQuery = true). jsonb_exists y ? no existen en JPQL, que solo conoce el vocabulario común de JPA.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91672" cy="16916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73152" cy="16916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29968"/>
            <a:ext cx="10588752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LibroRepository extends JpaRepository&lt;Libro, Long&gt; {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@Query(value = "SELECT * FROM libro WHERE jsonb_exists(detalles_edicion, :formato)",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nativeQuery = true)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List&lt;Libro&gt; buscarPorFormato(@Param("formato") String formato);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11091672" cy="14173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8620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jsonb_exists y no ?: JDBC y JPA usan el carácter ? para los parámetros posicionales, y según la versión el operador JSONB ? puede confundirse con uno de esos marcadores. La función expresa la misma comprobación sin ese carácter.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53492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diferencia del ranking con ROW_NUMBER() del Tema 1, SELECT * devuelve las columnas de Libro: Spring Data lo mapea a List&lt;Libro&gt; sin problema.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alternativa para la ruta anidada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Consultas sobre columnas JSONB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73152" cy="13716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72768"/>
            <a:ext cx="1058875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@Query(value = "SELECT * FROM libro WHERE detalles_edicion -&gt; 'ebook' -&gt;&gt; 'formato' = :formato",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nativeQuery = true)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List&lt;Libro&gt; buscarPorFormatoEbook(@Param("formato") String formato);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091672" cy="15544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0040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buscarPorFormatoEbook("mobi") devuelve solo 1984, el mismo resultado que con jsonb_extract_path_text desde Criteria API. Como aquí no interviene el operador ?, no hay conflicto con el marcador de parámetro de JDBC: puedes escribir la ruta con -&gt; y -&gt;&gt; tal cual, como en psql.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48640" y="4937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¿Entonces criteriaBuilder.function(...) o @Query nativa? La misma pregunta del Tema 1 entre Specifications y @Query con JPQL, con la misma respuesta (siguiente diapositiva).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con function o @Query nativa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Consultas sobre columnas JSONB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2/img/tema2_specification_vs_query_nati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747" y="1005840"/>
            <a:ext cx="925545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Modificar JSONB: reemplazo, no merge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Consultas sobre columnas JSONB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2/img/tema2_reemplazo_vs_me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6847" y="960120"/>
            <a:ext cx="7875258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532120"/>
            <a:ext cx="11091672" cy="6400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532120"/>
            <a:ext cx="73152" cy="64008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641848"/>
            <a:ext cx="105887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libro.setDetallesEdicion(dto.detallesEdicion()); // sustituye el Map entero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Consultas sobre columnas JSONB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431536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170432"/>
            <a:ext cx="4379976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jsonb_exists(columna, clave) (o el operador ?) comprueba si una clave existe; -&gt; y -&gt;&gt; extraen valores (como JSON o como texto).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08776" y="1097280"/>
            <a:ext cx="5431536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1656" y="19202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77456" y="1170432"/>
            <a:ext cx="4379976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índice GIN puede acelerar operadores como ?. jsonb_exists(...) hace la misma comprobación, pero no debe darse por hecho que use el índice igual.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431536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34340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3593592"/>
            <a:ext cx="4379976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comparar un valor anidado se encadena -&gt; / -&gt;&gt; o se usa #&gt;&gt;: ahí el índice GIN de ? ya no ayuda igual.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08776" y="3520440"/>
            <a:ext cx="5431536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1656" y="434340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77456" y="3593592"/>
            <a:ext cx="4379976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JSONB desde Criteria API requiere criteriaBuilder.function(...): son funciones del motor, no del estándar JPA.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 (cont.)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2: Consultas sobre columnas JSONB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431536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170432"/>
            <a:ext cx="4379976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@Query(nativeQuery = true) es más directa cuando la consulta JSONB es fija. Se usa jsonb_exists(...) para evitar la ambigüedad entre ? y los parámetros de JDBC/JPA.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08776" y="1097280"/>
            <a:ext cx="5431536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1656" y="19202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77456" y="1170432"/>
            <a:ext cx="4379976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Combinada con .and(...), una Specification sobre JSONB se usa igual que una sobre una columna normal.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431536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34340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3593592"/>
            <a:ext cx="4379976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un campo JSONB reemplaza el objeto completo: JPA no hace merge parcial. Si hace falta, se hace en memoria antes de guardar.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08776" y="3520440"/>
            <a:ext cx="5431536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1656" y="434340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77456" y="3593592"/>
            <a:ext cx="4379976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@Transactional no cambia en nada por tener columnas JSONB de por medio.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Consultas sobre columnas JSONB</dc:title>
  <dc:subject>PptxGenJS Presentation</dc:subject>
  <dc:creator>Acceso a Datos</dc:creator>
  <cp:lastModifiedBy>Acceso a Datos</cp:lastModifiedBy>
  <cp:revision>1</cp:revision>
  <dcterms:created xsi:type="dcterms:W3CDTF">2026-10-21T15:15:12Z</dcterms:created>
  <dcterms:modified xsi:type="dcterms:W3CDTF">2026-10-21T15:15:12Z</dcterms:modified>
</cp:coreProperties>
</file>