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93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9541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DF16D-EE5D-50E6-64D2-1B21650FA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EF4C5D-A9C6-BF86-9471-7BFA8ED12C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B16B68-4B02-F5BE-8AC2-9179243C1F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447DC-5259-E280-7E96-175C47915B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3681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 —  TEMA 1: MANEJO DE CONECTORES Y HERRAMIENTAS ORM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puro: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 manual sin ORM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JDBC puro: conexión manual sin ORM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puro: conexión manual sin ORM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1091672" cy="15087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1054303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 que has hecho hasta ahora con la base de datos ha pasado por Spring Data JPA: declaras una entidad, extiendes JpaRepository, y save() o findAll() funcionan sin que escribas una sola línea de SQL ni gestiones conexiones directamente.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vas a levantar esa capa y ver qué hay debajo — la API sobre la que se apoya todo lo demás, incluido Hibernate: JDBC.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cuatro piezas de JDBC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(Java Database Connectivity) es la API estándar de Java para hablar con bases de datos relacionales. Se apoya en cuatro piezas, cada una con un papel concreto:</a:t>
            </a:r>
            <a:endParaRPr lang="en-US" sz="1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91672" cy="3566160"/>
        </p:xfrm>
        <a:graphic>
          <a:graphicData uri="http://schemas.openxmlformats.org/drawingml/2006/table">
            <a:tbl>
              <a:tblPr/>
              <a:tblGrid>
                <a:gridCol w="4214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6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Pieza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Papel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DriverManager / DataSource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Abre la conexión con el gestor.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Connection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Representa esa sesión abierta con la base de datos.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Statement / PreparedStatement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Transporta el SQL que quieres ejecutar.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ResultSet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cursor sobre las filas que devuelve una consulta.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F6DF8-742F-5735-6898-453343242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9889381-DBD4-66BB-4D3B-08197B8AC470}"/>
              </a:ext>
            </a:extLst>
          </p:cNvPr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F2C9CD8-B79E-CFBE-6F74-E3515EC58F15}"/>
              </a:ext>
            </a:extLst>
          </p:cNvPr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cuatro piezas de JDBC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C676D17-CF27-5858-2D79-682F93EC52BE}"/>
              </a:ext>
            </a:extLst>
          </p:cNvPr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71034BA-8450-5C7F-FB86-67822A136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357" y="1287624"/>
            <a:ext cx="11371286" cy="454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660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pieza es un recurso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11091672" cy="19202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105430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una de las cuatro piezas es un recurso: mientras está abierta, mantiene ocupada una conexión de red y memoria en el gestor de base de datos. Un recurso que se abre y no se cierra no desaparece solo — sigue consumiendo esos recursos hasta que algo lo cierre explícitamente, o en el peor caso, hasta que el proceso entero termine.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problemática: todo pasa a ser cosa tuya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escribes libroRepository.findAll(), das por hecho un montón de trabajo que alguien tiene que hacer. Con JDBC puro, ese alguien eres tú, para cada consulta que escribas: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1109167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la conexión con la URL, usuario y contraseña correctos, y cerrarla después — sin olvidarte, o el recurso queda ocupado para siempre.</a:t>
            </a:r>
            <a:endParaRPr lang="en-US" sz="1700" dirty="0"/>
          </a:p>
          <a:p>
            <a:pPr marL="190500" indent="-1905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Escribir el SQL a mano, como texto, sin que nadie compruebe que la sintaxis es correcta hasta que lo ejecutas.</a:t>
            </a:r>
            <a:endParaRPr lang="en-US" sz="1700" dirty="0"/>
          </a:p>
          <a:p>
            <a:pPr marL="190500" indent="-1905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Pasar los parámetros con cuidado, o exponerte a una inyección SQL.</a:t>
            </a:r>
            <a:endParaRPr lang="en-US" sz="1700" dirty="0"/>
          </a:p>
          <a:p>
            <a:pPr marL="190500" indent="-1905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Recorrer el resultado fila a fila, extrayendo cada columna con el método getXxx que corresponda, y construir tú mismo el objeto Java.</a:t>
            </a:r>
            <a:endParaRPr lang="en-US" sz="1700" dirty="0"/>
          </a:p>
          <a:p>
            <a:pPr marL="190500" indent="-1905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Gestionar SQLException, una excepción checked que Java te obliga a capturar o declarar en cada método que toque JDBC.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Ninguna es difícil por separado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1091672" cy="14630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10543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Ninguna de estas cinco piezas es difícil por separado — el problema es que hay que acordarse de las cinco, en cada consulta, cada vez.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misma consulta, dos formas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110916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entrar en el código pieza a pieza, compara el punto de partida y el de llegada: "todos los libros de una editorial", resuelto de las dos formas.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Spring Data JPA (lo que ya conoces)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1091672" cy="11887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73152" cy="118872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2578608"/>
            <a:ext cx="10588752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interface LibroRepository extends JpaRepository&lt;Libro, Long&gt; {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List&lt;Libro&gt; findByEditorialId(Long editorialId);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402336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línea, sin cuerpo. Spring Data JPA lee el nombre del método (findBy + EditorialId) y genera la consulta SQL él solo, sin que escribas nada dentro de la interfaz.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JDBC puro (lo que vas a hacer hoy)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39"/>
            <a:ext cx="11091672" cy="5054393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73152" cy="5054392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1344168"/>
            <a:ext cx="10588752" cy="4626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sql = "SELECT id, titulo, precio FROM libro WHERE editorial_id = ?";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(Connection conn = DriverManager.getConnection(url, user, pass);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PreparedStatement stmt = conn.prepareStatement(sql)) {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stmt.setLong(1, editorialId);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(ResultSet rs = stmt.executeQuery()) 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List&lt;Libro&gt; libros = new ArrayList&lt;&gt;();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(rs.next()) 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Libro libro = new Libro();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libro.setId(rs.getLong("id"));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libro.setTitulo(rs.getString("titulo"));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libro.setPrecio(rs.getBigDecimal("precio"));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libros.add(libro);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libros;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(SQLException e) 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RuntimeException("Error accediendo a la base de datos", e);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Quince líneas para lo mismo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1091672" cy="14630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10543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Quince líneas para lo mismo — y esto es la versión ya correcta, con los recursos cerrándose solos. El resto de este apartado explica cada pieza de este bloque, una a una.</a:t>
            </a:r>
            <a:endParaRPr lang="en-US" sz="2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ciclo completo, pieza a pieza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2464308" cy="13716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94360" y="3108960"/>
            <a:ext cx="237286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Abrir la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967228" y="3063240"/>
            <a:ext cx="502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24428" y="3063240"/>
            <a:ext cx="2464308" cy="13716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470148" y="3108960"/>
            <a:ext cx="237286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Preparar la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sentencia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843016" y="3063240"/>
            <a:ext cx="502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300216" y="3063240"/>
            <a:ext cx="2464308" cy="13716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345936" y="3108960"/>
            <a:ext cx="237286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Ejecutar y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718804" y="3063240"/>
            <a:ext cx="502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176004" y="3063240"/>
            <a:ext cx="2464308" cy="13716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9221724" y="3108960"/>
            <a:ext cx="237286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Cerrar los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1 — Abrir la conexión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11091672" cy="16002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73152" cy="16002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10588752" cy="1380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 conn = DriverManager.getConnection(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"jdbc:postgresql://localhost:5432/libreria_db",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"libreria_user",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"password123"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1109167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DriverManager.getConnection(...) recibe la misma URL JDBC, usuario y contraseña que ya conoces de application-dev.yml, pero aquí los datos se pasan directamente desde Java, sin que Spring intervenga.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1 (cont.) — cada llamada abre una conexión nueva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llamada a getConnection() abre una nueva conexión con la base de datos. Por eso, cuando termines de utilizarla, debes cerrarla correctamente.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11091672" cy="17373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105430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las aplicaciones Spring Boot se suele trabajar de otra manera: Spring configura un DataSource y utiliza HikariCP para mantener un conjunto de conexiones abiertas y reutilizarlas. En esta actividad, sin embargo, usarás DriverManager para observar el funcionamiento básico de JDBC sin que un pool gestione las conexiones por ti.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2 — Preparar la sentencia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11091672" cy="11887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73152" cy="118872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2670048"/>
            <a:ext cx="10588752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sql = "SELECT id, titulo, precio FROM libro WHERE editorial_id = ?";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PreparedStatement stmt = conn.prepareStatement(sql);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stmt.setLong(1, editorialId);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signo ? es un parámetro: un hueco que rellenas después, en vez de escribir el valor directamente dentro del texto del SQL.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2 (cont.) — nunca concatenes el SQL con datos del usuario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91672" cy="1965960"/>
          </a:xfrm>
          <a:prstGeom prst="roundRect">
            <a:avLst/>
          </a:prstGeom>
          <a:solidFill>
            <a:srgbClr val="FBE9E7"/>
          </a:solidFill>
          <a:ln w="222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2167128"/>
            <a:ext cx="10543032" cy="1746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Nunca concatenes el SQL con datos del usuario
</a:t>
            </a:r>
            <a:endParaRPr lang="en-US" sz="2000" dirty="0"/>
          </a:p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Podrías escribir "SELECT * FROM libro WHERE editorial_id = " + editorialId y funcionaría... hasta que editorialId (o cualquier dato que venga de fuera) contenga algo como "1 OR 1=1". Eso es una inyección SQL: el atacante consigue que su texto se interprete como código SQL, no como un simple valor.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389120"/>
            <a:ext cx="1109167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PreparedStatement con parámetros (?) evita esto por diseño: el valor se envía por separado del SQL, y el driver lo trata siempre como un dato, nunca como código a ejecutar, sea lo que sea lo que contenga.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3 — Ejecutar y recorrer el resultado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91672" cy="19659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73152" cy="196596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10588752" cy="1746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ResultSet rs = stmt.executeQuery();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(rs.next()) {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Long id = rs.getLong("id");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titulo = rs.getString("titulo");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BigDecimal precio = rs.getBigDecimal("precio");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mapear a mano a un objeto Java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448056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ResultSet es un cursor: rs.next() avanza fila a fila (y devuelve false cuando ya no quedan más), y rs.getXxx("columna") extrae cada valor con el tipo Java que corresponda.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3 (cont.) — el mapeo que Hibernate te ahorra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1091672" cy="14630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10543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mapeo — convertir una fila de columnas sueltas en un objeto Libro completo — es exactamente lo que Hibernate hace por ti, para cada fila, cada vez, sin que lo veas.</a:t>
            </a:r>
            <a:endParaRPr lang="en-US" sz="2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4 — Cerrar los recursos, en orden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try-with-resources cierra automáticamente cada recurso al salir del bloque, en orden inverso a como se abrió — también si se produce una excepción: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926079"/>
            <a:ext cx="11091672" cy="2634965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73152" cy="25146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22960" y="3035808"/>
            <a:ext cx="10588752" cy="2295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(Connection conn = DriverManager.getConnection(url, user, pass);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PreparedStatement stmt = conn.prepareStatement(sql)) {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stmt.setLong(1, editorialId);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(ResultSet rs = stmt.executeQuery())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(rs.next())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...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4 (cont.) — qué pasa si no cierras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1109167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este ejemplo, cada Connection se ha abierto directamente mediante DriverManager. Si olvidas cerrarla, la sesión con PostgreSQL permanece ocupada y sigue consumiendo recursos. Si el problema se repite muchas veces, la base de datos puede alcanzar su límite de conexiones y dejar de aceptar nuevas peticiones.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4297680"/>
            <a:ext cx="11091672" cy="96012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4389120"/>
            <a:ext cx="10543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Cerrar correctamente los recursos no es, por tanto, una tarea opcional: forma parte del funcionamiento básico de cualquier operación JDBC.</a:t>
            </a:r>
            <a:endParaRPr lang="en-US" sz="1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¿Y para escribir? INSERT, con JDBC puro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110916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lectura ya cuesta quince líneas. Escribir es, si cabe, más delicado — porque además del INSERT en sí, normalmente necesitas recuperar el id que la base de datos acaba de generar para esa fila nueva.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— con Spring Data JPA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1091672" cy="10515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73152" cy="105156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2578608"/>
            <a:ext cx="10588752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Libro guardado = libroRepository.save(libro);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idGenerado = guardado.getId(); // ya viene relleno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110916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save() construye el INSERT, lo ejecuta, y además rellena automáticamente el campo id de tu propio objeto Libro con el valor que ha generado la base de datos. Tú no vuelves a pedir nada.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— con JDBC puro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1672" cy="44805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73152" cy="448056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1344168"/>
            <a:ext cx="10588752" cy="4261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sql = "INSERT INTO libro (titulo, precio, editorial_id) VALUES (?, ?, ?)";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(Connection conn = DriverManager.getConnection(url, user, pass);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PreparedStatement stmt = conn.prepareStatement(sql, Statement.RETURN_GENERATED_KEYS)) {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stmt.setString(1, titulo);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stmt.setBigDecimal(2, precio);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stmt.setLong(3, editorialId);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stmt.executeUpdate();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(ResultSet keys = stmt.getGeneratedKeys()) 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(keys.next()) 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Long idGenerado = keys.getLong(1);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detalle fácil de olvidar: RETURN_GENERATED_KEYS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91672" cy="15087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1054303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Statement.RETURN_GENERATED_KEYS es un detalle fácil de olvidar: sin él, getGeneratedKeys() devuelve un ResultSet vacío, y te quedas sin saber qué id le ha puesto la base de datos a la fila que acabas de crear.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executeUpdate() (no executeQuery()) es el método que usan INSERT/UPDATE/DELETE — devuelve el número de filas afectadas, no un ResultSet con datos.</a:t>
            </a:r>
            <a:endParaRPr lang="en-US" sz="1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Transacciones manuales con JDBC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916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ahora, cada ejemplo ejecutaba una única sentencia SQL. Pero algunas operaciones necesitan realizar varios cambios que deben comportarse como una sola unidad: o se completan todos, o no se conserva ninguno.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11091672" cy="12344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10543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Imagina una promoción que debe aplicar un descuento a dos libros. No tendría sentido que el primero cambiara de precio y el segundo no porque se produjera un error a mitad del proceso.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4343400"/>
            <a:ext cx="1109167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JDBC, las conexiones utilizan por defecto el modo autocommit: cada sentencia se confirma automáticamente en cuanto termina. Para agrupar varias operaciones en una misma transacción, primero tienes que desactivar ese comportamiento.</a:t>
            </a:r>
            <a:endParaRPr lang="en-US" sz="1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Desactivar el autocommit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11091672" cy="7772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73152" cy="7772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2761488"/>
            <a:ext cx="10588752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conn.setAutoCommit(false);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1109167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partir de ese momento, eres tú quien decide cuándo confirmar o deshacer los cambios, con conn.commit() o conn.rollback().</a:t>
            </a:r>
            <a:endParaRPr lang="en-US" sz="2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Transacción completa — primer libro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41605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73152" cy="416052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1527048"/>
            <a:ext cx="10588752" cy="3941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sql = "UPDATE libro SET precio = precio * ? WHERE id = ?";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(Connection conn = DriverManager.getConnection(url, user, pass))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conn.setAutoCommit(false);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(PreparedStatement stmt = conn.prepareStatement(sql))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Primer libro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stmt.setBigDecimal(1, new BigDecimal("0.90"));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stmt.setLong(2, 1L);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(stmt.executeUpdate() != 1)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new SQLException("No se ha encontrado el primer libro");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Transacción completa — segundo libro, commit y rollback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1672" cy="45720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73152" cy="45720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1344168"/>
            <a:ext cx="10588752" cy="4352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Segundo libro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stmt.setBigDecimal(1, new BigDecimal("0.90"));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stmt.setLong(2, 2L);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(stmt.executeUpdate() != 1)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new SQLException("No se ha encontrado el segundo libro");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conn.commit();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(SQLException e)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conn.rollback();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e;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(SQLException e)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RuntimeException("No se ha podido aplicar la promoción", e);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recorrido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1109167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setAutoCommit(false) inicia el control manual de la transacción.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ejecutan las dos actualizaciones.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ambas terminan correctamente, commit() confirma los cambios.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alguna falla, rollback() deshace también las operaciones anteriores de esa misma transacción.</a:t>
            </a:r>
            <a:endParaRPr lang="en-US" sz="2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flujo, de un vistazo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pic>
        <p:nvPicPr>
          <p:cNvPr id="5" name="Image 0" descr="C:/Users/Aitor/docxgen/img/jdbc-transac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422" y="2651760"/>
            <a:ext cx="11660107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diferencia con Spring Data JPA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1091672" cy="14630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10543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un método anotado con @Transactional, Spring abre la transacción, hace el commit y ejecuta el rollback por ti. Con JDBC puro, todas esas decisiones forman parte de tu propio código.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Comprobar las filas afectadas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1091672" cy="14630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10543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UPDATE que no encuentra ninguna fila no siempre lanza una excepción: executeUpdate() devuelve 0. Por eso el ejemplo comprueba que cada sentencia haya modificado exactamente una fila y lanza una excepción cuando el libro no existe.</a:t>
            </a:r>
            <a:endParaRPr lang="en-US" sz="2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Spring Data JPA te estaba ahorrando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5212080"/>
        </p:xfrm>
        <a:graphic>
          <a:graphicData uri="http://schemas.openxmlformats.org/drawingml/2006/table">
            <a:tbl>
              <a:tblPr/>
              <a:tblGrid>
                <a:gridCol w="5545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5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 JDBC puro, tienes que...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 Spring Data JPA...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Solicitar una Connection mediante DriverManager y cerrarla correctamente al terminar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Spring obtiene una conexión del pool de HikariCP y la devuelve al pool al terminar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Escribir el SQL como texto, tú mismo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Hibernate lo genera a partir de tus entidades y del nombre del método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Mapear cada fila del ResultSet a un objeto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Hibernate mapea automáticamente cada fila a tu entidad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Capturar SQLException en cada método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Spring la convierte en excepciones unchecked, más cómodas de propagar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Desactivar el autocommit y decidir cuándo ejecutar commit() o rollback()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@Transactional, que abre, confirma o deshace la transacción automáticamente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 findAll() deja de ser magia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1091672" cy="14630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10543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 que has visto la "fontanería" real, libroRepository.findAll() deja de ser magia: es JDBC con todo este trabajo repetitivo automatizado.</a:t>
            </a:r>
            <a:endParaRPr lang="en-US" sz="2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aprender JDBC, si un ORM lo hace todo?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1672" cy="18288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1054303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Porque un ORM sigue generando SQL por debajo, y entender qué SQL genera (y por qué a veces conviene evitarlo) te va a ayudar a diagnosticar problemas de rendimiento más adelante en tu carrera. Además, hay situaciones — consultas muy específicas, procedimientos almacenados — donde JDBC puro, o herramientas intermedias como JdbcTemplate, siguen siendo la opción más directa.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viene: la Actividad 1.3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este punto del curso, tu propio proyecto usa Spring Data JPA en todas partes, sin una sola línea de JDBC manual — tus repositorios son interfaces vacías que extienden JpaRepository.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3886200"/>
            <a:ext cx="11091672" cy="13716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10543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eso, en la Actividad 1.3, vas a dejar GameVault a un lado por un momento: un proyecto Java suelto, sin Spring, con su propia base de datos — para ver JDBC sin nada alrededor que lo oculte.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1091672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2200"/>
              </a:spcAft>
              <a:buSzPct val="100000"/>
              <a:buChar char="•"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es la API estándar de Java para bases de datos, y la base sobre la que se apoya cualquier ORM, incluido Hibernate.</a:t>
            </a:r>
            <a:endParaRPr lang="en-US" sz="1900" dirty="0"/>
          </a:p>
          <a:p>
            <a:pPr marL="190500" indent="-190500">
              <a:spcAft>
                <a:spcPts val="2200"/>
              </a:spcAft>
              <a:buSzPct val="100000"/>
              <a:buChar char="•"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 cuatro piezas: DriverManager/DataSource (abre conexión), Connection (la sesión), Statement/PreparedStatement (transporta el SQL), ResultSet (cursor sobre el resultado).</a:t>
            </a:r>
            <a:endParaRPr lang="en-US" sz="1900" dirty="0"/>
          </a:p>
          <a:p>
            <a:pPr marL="190500" indent="-190500">
              <a:spcAft>
                <a:spcPts val="2200"/>
              </a:spcAft>
              <a:buSzPct val="100000"/>
              <a:buChar char="•"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JDBC puro, tú te encargas de todo lo que JPA automatiza: abrir/cerrar conexión, escribir el SQL, mapear cada fila a mano, y capturar SQLException.</a:t>
            </a:r>
            <a:endParaRPr lang="en-US" sz="1900" dirty="0"/>
          </a:p>
          <a:p>
            <a:pPr marL="190500" indent="-190500">
              <a:spcAft>
                <a:spcPts val="2200"/>
              </a:spcAft>
              <a:buSzPct val="100000"/>
              <a:buChar char="•"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recurso abierto y no cerrado sigue consumiendo conexión y memoria — por eso se cierra siempre, idealmente con try-with-resources.</a:t>
            </a:r>
            <a:endParaRPr lang="en-US" sz="1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 (cont.)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1091672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2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PreparedStatement con parámetros (?) evita la inyección SQL; concatenar SQL con datos externos (+) es peligroso siempre.</a:t>
            </a:r>
            <a:endParaRPr lang="en-US" sz="2000" dirty="0"/>
          </a:p>
          <a:p>
            <a:pPr marL="190500" indent="-190500">
              <a:spcAft>
                <a:spcPts val="2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Escribir con JDBC puro (INSERT) es más delicado que leer: executeUpdate() en vez de executeQuery(), y Statement.RETURN_GENERATED_KEYS si necesitas el id generado.</a:t>
            </a:r>
            <a:endParaRPr lang="en-US" sz="2000" dirty="0"/>
          </a:p>
          <a:p>
            <a:pPr marL="190500" indent="-190500">
              <a:spcAft>
                <a:spcPts val="2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 que hace @Transactional/JpaRepository de forma automática es exactamente esto, hecho a mano: abrir, commit, rollback.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3224</Words>
  <Application>Microsoft Office PowerPoint</Application>
  <PresentationFormat>Panorámica</PresentationFormat>
  <Paragraphs>297</Paragraphs>
  <Slides>38</Slides>
  <Notes>38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41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JDBC puro: conexión manual sin ORM</dc:title>
  <dc:subject>PptxGenJS Presentation</dc:subject>
  <dc:creator>Acceso a Datos</dc:creator>
  <cp:lastModifiedBy>VENTURA EDO, AITOR</cp:lastModifiedBy>
  <cp:revision>3</cp:revision>
  <dcterms:created xsi:type="dcterms:W3CDTF">2026-08-05T22:27:12Z</dcterms:created>
  <dcterms:modified xsi:type="dcterms:W3CDTF">2026-09-17T14:47:57Z</dcterms:modified>
</cp:coreProperties>
</file>