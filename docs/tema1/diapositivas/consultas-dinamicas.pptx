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8" d="100"/>
          <a:sy n="48" d="100"/>
        </p:scale>
        <p:origin x="53" y="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4916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 —  TEMA 1: MANEJO DE CONECTORES Y HERRAMIENTAS ORM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Consultas dinámicas: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Specifications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paginación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Consultas dinámicas: Specifications y paginación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Consultas dinámicas: Specifications y paginación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Consultas dinámicas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11091672" cy="210312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1054303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sabes recuperar y modificar un objeto cuando conoces su id — findById() lo trae, cambias sus campos, save() lo guarda. Pero un listado real casi nunca busca por id: busca por criterios que el usuario elige, y además no puede devolver el catálogo entero de golpe. Este apartado resuelve dos problemas distintos, que comparten el mismo listado como escenario.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punto de partida: buscar por un identificador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Consultas dinámicas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1109167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 ahora has trabajado con operaciones en las que conoces el identificador exacto del objeto. Para recuperar o modificar un libro, el service utiliza findById(id), obtiene una entidad concreta y trabaja directamente con ella.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11091672" cy="132588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22960" y="3931920"/>
            <a:ext cx="1054303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Eso funciona perfectamente cuando la petición se refiere a «el libro número 42». El problema cambia cuando el usuario no conoce ningún identificador y quiere buscar «libros de menos de 20 € publicados por una editorial concreta».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primera idea que se te podría ocurrir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Consultas dinámicas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1109167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Declarar un método derivado por nombre para cada filtro, como findByPrecioLessThan(BigDecimal precio). Y funciona bien mientras todos los usuarios busquen siempre por lo mismo.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657600"/>
            <a:ext cx="11091672" cy="146304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22960" y="3749040"/>
            <a:ext cx="105430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real es que cada usuario puede querer una combinación distinta: uno busca solo por precio máximo, otro solo por título, otro por precio mínimo y máximo a la vez... y no sabes de antemano cuál de esas combinaciones va a pedir cada uno.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A: los filtros fijos no escalan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Consultas dinámicas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12256"/>
            <a:ext cx="11091672" cy="128016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640080" y="1012256"/>
            <a:ext cx="105430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cuanto el buscador tiene varios filtros opcionales de verdad — título, precio mínimo, precio máximo, editorial — cubrir cada combinación con un método derivado distinto crece exponencialmente.</a:t>
            </a:r>
            <a:endParaRPr lang="en-US" sz="20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17606EE-D32C-1F98-DA33-9FFE6263F2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05" b="12877"/>
          <a:stretch>
            <a:fillRect/>
          </a:stretch>
        </p:blipFill>
        <p:spPr>
          <a:xfrm>
            <a:off x="1968759" y="2356947"/>
            <a:ext cx="7393465" cy="40524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filtro nuevo duplica el número de métodos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Consultas dinámicas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3886200"/>
        </p:xfrm>
        <a:graphic>
          <a:graphicData uri="http://schemas.openxmlformats.org/drawingml/2006/table">
            <a:tbl>
              <a:tblPr/>
              <a:tblGrid>
                <a:gridCol w="3105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6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Filtros opcionales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Métodos que necesitarías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(solo título)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— findAll() y findByTituloContaining(...)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(+ precio mínimo)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— incluyendo findByTituloContainingAndPrecioGreaterThanEqual(...)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(+ precio máximo)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— incluyendo ...AndPrecioGreaterThanEqualAndPrecioLessThanEqual(...)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(+ editorial)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 — con nombres como ...AndPrecioLessThanEqualAndEditorialId(...)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esto es solo el principio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Consultas dinámicas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1091672" cy="146304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105430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solo 4 filtros ya tienes 16 combinaciones posibles, y cada filtro nuevo que añadas duplica ese número — sin contar con que un nombre de método así de largo deja de ser legible mucho antes de llegar a 16.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piezas nuevas, traducidas desde SQL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Consultas dinámicas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nombres que van a aparecer juntos y conviene no confundir. Cada uno tiene su equivalente exacto en el SQL que ya conoces: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91672" cy="3840480"/>
        </p:xfrm>
        <a:graphic>
          <a:graphicData uri="http://schemas.openxmlformats.org/drawingml/2006/table">
            <a:tbl>
              <a:tblPr/>
              <a:tblGrid>
                <a:gridCol w="1996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1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240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601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Concepto Java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 equivalente en SQL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es en la práctica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Root&lt;Libro&gt;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FROM libro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Representa la tabla que consultas; root.get("titulo") es "la columna titulo"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CriteriaBuilder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 operadores de un WHERE (=, LIKE, &gt;=...)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método Java por cada tipo de comparación, en vez de texto SQL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Predicate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Una condición ya completa del WHERE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 que construye el CriteriaBuilder, y lo que tu código debe devolver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Specification, en una frase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Consultas dinámicas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1091672" cy="146304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105430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Specification&lt;Libro&gt; es, literalmente, una función con esta forma: recibe el root y el criteriaBuilder, y devuelve un Predicate — una única condición, construida con código Java en vez de escrita como texto.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Resolviendo el problema 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Consultas dinámicas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11091672" cy="91440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10543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 a construir la solución completa a este problema, de principio a fin, antes de complicarla con nada más.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Habilitar Specifications en el repositorio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Consultas dinámicas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91672" cy="13716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73152" cy="137160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22960" y="2121408"/>
            <a:ext cx="10588752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interface LibroRepository extends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JpaRepository&lt;Libro, Long&gt;,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JpaSpecificationExecutor&lt;Libro&gt; {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70332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JpaSpecificationExecutor añade la capacidad de ejecutar Specifications sobre este repositorio, junto al save/findById/findAll que ya tenías.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Tu primera Specification, condición por condición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Consultas dinámicas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Empieza por la parte que construye el Predicate, sin la parte del filtro opcional todavía: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3566160"/>
            <a:ext cx="11091672" cy="10515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73152" cy="105156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22960" y="3675888"/>
            <a:ext cx="10588752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(root, query, criteriaBuilder) -&gt;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criteriaBuilder.like(criteriaBuilder.lower(root.get("titulo")), "%" + titulo.toLowerCase() + "%");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 a línea, con la tabla de antes delante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Consultas dinámicas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root.get("titulo") es la columna titulo.</a:t>
            </a:r>
            <a:endParaRPr lang="en-US" sz="1900" dirty="0"/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criteriaBuilder.lower(...) pasa esa columna a minúsculas antes de comparar (para que la búsqueda no distinga mayúsculas).</a:t>
            </a:r>
            <a:endParaRPr lang="en-US" sz="1900" dirty="0"/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criteriaBuilder.like(..., "%valor%") construye el Predicate — la condición LIKE '%valor%', pero escrita con métodos Java en vez de texto SQL.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438912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tercer parámetro, query, no lo necesitas para filtros simples como este — está ahí porque la forma de la función lo exige, pero lo dejas sin usar.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El filtro es opcional: Specification.unrestricted()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Consultas dinámicas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1091672" cy="146304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105430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 filtro puede no venir. Una Specification puede decidir, en tiempo de ejecución, si su condición entra o no en la consulta final — algo que un método derivado no podía hacer.</a:t>
            </a:r>
            <a:endParaRPr lang="en-US"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clase LibroSpecifications, con un método por filtro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Consultas dinámicas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1672" cy="48920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73152" cy="489204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22960" y="1344168"/>
            <a:ext cx="10588752" cy="4672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final class LibroSpecifications {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LibroSpecifications() { }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Specification&lt;Libro&gt; tituloContiene(String titulo) {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(titulo == null || titulo.isBlank()) {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Specification.unrestricted();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(root, query, criteriaBuilder) -&gt;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criteriaBuilder.like(criteriaBuilder.lower(root.get("titulo")), "%" + titulo.toLowerCase() + "%");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Specification&lt;Libro&gt; precioMayorOIgualA(BigDecimal precioMin) {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(precioMin == null) {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Specification.unrestricted();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(root, query, criteriaBuilder) -&gt;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criteriaBuilder.greaterThanOrEqualTo(root.get("precio"), precioMin);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Resto de filtros (precioMenorOIgualA, perteneceAEditorial...) — mismo patrón.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Specification.unrestricted(), qué hace de verdad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Consultas dinámicas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1091672" cy="146304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105430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Specification.unrestricted() es una Specification especial que ya trae Spring Data: su Predicate no impone ninguna condición real, así que al combinarla con las demás es como si no existiera.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patrón se repite en cada método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Consultas dinámicas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11091672" cy="3017520"/>
        </p:xfrm>
        <a:graphic>
          <a:graphicData uri="http://schemas.openxmlformats.org/drawingml/2006/table">
            <a:tbl>
              <a:tblPr/>
              <a:tblGrid>
                <a:gridCol w="2662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6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93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05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 el filtro es...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Specification devuelve...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Efecto en el WHERE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null (no indicado)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Specification.unrestricted()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Ninguna condición añadida — se salta de verdad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valor real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Predicate correspondiente (LIKE, greaterThanOrEqualTo...)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añade al WHERE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El DTO de filtro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Consultas dinámicas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11091672" cy="9144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73152" cy="91440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22960" y="3401568"/>
            <a:ext cx="1058875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record LibroFiltroDTO(String titulo, BigDecimal precioMin, BigDecimal precioMax, Long editorialId) {}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listado completo, en List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Consultas dinámicas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91672" cy="28803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73152" cy="288036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22960" y="2395728"/>
            <a:ext cx="10588752" cy="2660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@Transactional(readOnly = true)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List&lt;LibroResponseDTO&gt; findByFiltro(LibroFiltroDTO filtro) {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Specification&lt;Libro&gt; spec = Specification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.where(LibroSpecifications.tituloContiene(filtro.titulo()))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.and(LibroSpecifications.precioMayorOIgualA(filtro.precioMin()));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libroRepository.findAll(spec)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.stream()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.map(this::mapToDTO)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.toList();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where(...).and(...): encadenando las piezas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Consultas dinámicas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11091672" cy="173736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1054303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Specification.where(...).and(...) encadena las piezas en una sola consulta final — las que son unrestricted() no añaden nada. libroRepository.findAll(spec) es el findAll de siempre, pero con una Specification como argumento: sigue devolviendo todos los libros que cumplan la condición, sin ningún límite de página todavía.</a:t>
            </a:r>
            <a:endParaRPr lang="en-US" sz="1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El controller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Consultas dinámicas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91672" cy="13716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73152" cy="137160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22960" y="2212848"/>
            <a:ext cx="10588752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@GetMapping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ResponseEntity&lt;List&lt;LibroResponseDTO&gt;&gt; getAll(@ModelAttribute LibroFiltroDTO filtro) {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ResponseEntity.ok(libroService.findByFiltro(filtro));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A resuelto — pero...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Consultas dinámicas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11091672" cy="173736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1054303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@ModelAttribute mapea automáticamente los parámetros de query string (?titulo=...&amp;precioMin=...) a los campos del DTO. Con esto, el problema A está resuelto de verdad — pero si tu tabla tiene miles de filas, esta respuesta seguiría devolviéndolas todas de golpe. Ese es el problema B.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B: tampoco puedes devolver todo de golpe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Consultas dinámicas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1091672" cy="146304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105430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Ninguna API seria devuelve "todo" en una sola respuesta — si una tabla tiene un millón de filas, no tiene sentido mandarlas todas de golpe. Este problema no tiene nada que ver con los filtros del problema A: pasaría igual con un findAll() liso y llano.</a:t>
            </a:r>
            <a:endParaRPr lang="en-US" sz="2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Resolviendo el problema B: paginación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Consultas dinámicas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11091672" cy="173736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1054303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la misma idea que cuando buscas algo en Google: con miles de resultados posibles, no te enseña todos de golpe — te da los primeros 10 y un botón para pedir los siguientes. La paginación aplica exactamente esa idea a tu API.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libros, páginas de 20 en 20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Consultas dinámicas</a:t>
            </a:r>
            <a:endParaRPr lang="en-US" sz="11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CDFB7A7-ED02-1E74-CF89-74256F2DF4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32190"/>
            <a:ext cx="12192000" cy="487557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primera página es la 0, no la 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Consultas dinámicas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1091672" cy="1554480"/>
          </a:xfrm>
          <a:prstGeom prst="roundRect">
            <a:avLst/>
          </a:prstGeom>
          <a:solidFill>
            <a:srgbClr val="FBE9E7"/>
          </a:solidFill>
          <a:ln w="2222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2578608"/>
            <a:ext cx="105430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Error habitual
</a:t>
            </a:r>
            <a:endParaRPr lang="en-US" sz="2100" dirty="0"/>
          </a:p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Data numera las páginas empezando desde cero, igual que un índice de array. Pedir la "página 1" te da la segunda página, no la primera.</a:t>
            </a:r>
            <a:endParaRPr lang="en-US" sz="2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Data modela todo esto con dos tipos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Consultas dinámicas</a:t>
            </a:r>
            <a:endParaRPr lang="en-US" sz="11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60320"/>
          <a:ext cx="11091672" cy="2468880"/>
        </p:xfrm>
        <a:graphic>
          <a:graphicData uri="http://schemas.openxmlformats.org/drawingml/2006/table">
            <a:tbl>
              <a:tblPr/>
              <a:tblGrid>
                <a:gridCol w="22183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3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representa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Pageable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petición: qué página, de qué tamaño, con qué orden — la construyes tú antes de consultar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Page&lt;T&gt;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respuesta: el contenido de esa página, más metadatos (total de elementos, total de páginas...)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debajo, sigue siendo SQL de toda la vida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Consultas dinámicas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1109167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Hibernate traduce cada Pageable en las cláusulas LIMIT/OFFSET que ya conoces de SQL. Pedir la página 2 (la tercera) con tamaño 20 genera, por debajo, algo como: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4023360"/>
            <a:ext cx="11091672" cy="7772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548640" y="4023360"/>
            <a:ext cx="73152" cy="77724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22960" y="4133088"/>
            <a:ext cx="10588752" cy="557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libro ORDER BY titulo LIMIT 20 OFFSET 40;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 y OFFSET, explicados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Consultas dinámicas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91672" cy="173736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1054303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 20 dice "tráeme como mucho 20 filas"; OFFSET 40 dice "sáltate las primeras 40" — las que ya salieron en las páginas 0 y 1. Spring Data calcula ese OFFSET por ti, multiplicando el número de página por el tamaño (2 × 20 = 40); tú solo indicas cuál página quieres.</a:t>
            </a:r>
            <a:endParaRPr lang="en-US" sz="1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Pageable no lleva ninguna anotación delante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Consultas dinámicas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91672" cy="173736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1054303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diferencia del @ModelAttribute LibroFiltroDTO filtro de antes, no hace falta: en cuanto Spring ve un parámetro de tipo Pageable en un método de un controller, busca automáticamente en la query string tres nombres muy concretos — page, size y sort — y construye el Pageable él solo.</a:t>
            </a:r>
            <a:endParaRPr lang="en-US" sz="1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ve el cliente por HTTP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Consultas dinámicas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esos tres nombres reservados, una petición como esta ya te da un Pageable completo, sin escribir un solo @RequestParam: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11091672" cy="7772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73152" cy="77724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22960" y="3950208"/>
            <a:ext cx="10588752" cy="557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/api/v1/libros?page=0&amp;size=3&amp;sort=titulo,asc</a:t>
            </a:r>
            <a:endParaRPr lang="en-US" sz="1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respuesta trae más metadatos de los que parece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Consultas dinámicas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1672" cy="32461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73152" cy="324612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22960" y="1344168"/>
            <a:ext cx="10588752" cy="3026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"content": [ /* los libros de esta página */ ],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"totalElements": 7,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"totalPages": 3,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"number": 0,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"size": 3,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"numberOfElements": 3,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"first": true,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"last": false,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"empty": false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pageable y sort completos: ver el JSON íntegro en los apuntes web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7548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📎 JSON completo: apuntes web — Tema 1, «Consultas dinámicas: Specifications y paginación»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campos de Page, uno a uno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Consultas dinámicas</a:t>
            </a:r>
            <a:endParaRPr lang="en-US" sz="11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4535424"/>
        </p:xfrm>
        <a:graphic>
          <a:graphicData uri="http://schemas.openxmlformats.org/drawingml/2006/table">
            <a:tbl>
              <a:tblPr/>
              <a:tblGrid>
                <a:gridCol w="2440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51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 elementos de esta página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totalElements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Filas que cumplen la consulta en total, no solo las de esta página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totalPages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Páginas necesarias para recorrerlas todas (totalElements / size, redondeado hacia arriba)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number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página que estás viendo ahora mismo (empieza en 0)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size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tamaño de página que has pedido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numberOfElements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Cuántos elementos trae esta página en concreto — distinto de size en la última página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 / last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 esta es la primera o la última página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práctica, solo importa un puñado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Consultas dinámicas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11091672" cy="146304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105430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un puñado de estos campos importa de verdad — content, totalElements, totalPages, number — el resto es información derivada de esos mismos datos, útil de vez en cuando pero no algo que vayas a leer en cada petición.</a:t>
            </a:r>
            <a:endParaRPr lang="en-US" sz="2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campo de sort no existe, de momento da 500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Consultas dinámicas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91672" cy="1737360"/>
          </a:xfrm>
          <a:prstGeom prst="roundRect">
            <a:avLst/>
          </a:prstGeom>
          <a:solidFill>
            <a:srgbClr val="FBE9E7"/>
          </a:solidFill>
          <a:ln w="2222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2395728"/>
            <a:ext cx="10543032" cy="151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Un 500 que en realidad es culpa del cliente
</a:t>
            </a:r>
            <a:endParaRPr lang="en-US" sz="2000" dirty="0"/>
          </a:p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Pide, por ejemplo, sort=noExiste,asc y la aplicación responde con un 500 Internal Server Error, no con un 400 — un error de entrada del cliente disfrazado de fallo del servidor. Se resolverá más adelante, en Programación de Servicios y Procesos, con GlobalExceptionHandler.</a:t>
            </a:r>
            <a:endParaRPr lang="en-US" sz="2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solución completa, sin ningún filtro de por medio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Consultas dinámicas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 siquiera hace falta JpaSpecificationExecutor para esto: findAll(Pageable) ya viene incluido en el JpaRepository de siempre.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3429000"/>
            <a:ext cx="11091672" cy="16916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73152" cy="169164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22960" y="3538728"/>
            <a:ext cx="10588752" cy="1472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@Transactional(readOnly = true)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Page&lt;LibroResponseDTO&gt; findAllPaginated(Pageable pageable)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libroRepository.findAll(pageable)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.map(this::mapToDTO);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controller paginado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Consultas dinámicas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91672" cy="13716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73152" cy="137160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22960" y="2212848"/>
            <a:ext cx="10588752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@GetMapping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ResponseEntity&lt;Page&lt;LibroResponseDTO&gt;&gt; getAll(@PageableDefault(size = 20) Pageable pageable) {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ResponseEntity.ok(libroService.findAllPaginated(pageable));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tamaño por defecto, y un cambio de forma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Consultas dinámicas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91672" cy="173736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1054303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@PageableDefault(size = 20) fija un tamaño de página por defecto si el cliente no especifica ninguno. Fíjate en que este getAll() ya no devuelve List, sino Page — ese cambio de forma en la respuesta es justo lo que vas a tener en cuenta al combinarlo con los filtros.</a:t>
            </a:r>
            <a:endParaRPr lang="en-US" sz="2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junto: Specifications + paginación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Consultas dinámicas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1091672" cy="146304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105430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tu proyecto real no vas a mantener tres endpoints separados — vas a tener uno solo, que hace ambas cosas a la vez. Esto es lo que cambia respecto a las dos versiones aisladas de arriba:</a:t>
            </a:r>
            <a:endParaRPr lang="en-US" sz="2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cambia en la versión combinada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Consultas dinámicas</a:t>
            </a:r>
            <a:endParaRPr lang="en-US" sz="11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3950208"/>
        </p:xfrm>
        <a:graphic>
          <a:graphicData uri="http://schemas.openxmlformats.org/drawingml/2006/table">
            <a:tbl>
              <a:tblPr/>
              <a:tblGrid>
                <a:gridCol w="21074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20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20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602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Pieza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Solo Specifications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Solo paginación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Versión combinada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Repositorio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JpaSpecificationExecutor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Ninguno extra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JpaSpecificationExecutor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Service, devuelve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List&lt;LibroResponseDTO&gt;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Page&lt;LibroResponseDTO&gt;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Page&lt;LibroResponseDTO&gt;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Service, recibe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LibroFiltroDTO filtro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Pageable pageable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 dos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findAll(...)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 spec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 pageable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 spec y pageable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Controller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@ModelAttribute filtro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@PageableDefault pageable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 dos a la vez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service, con la misma Specification y el Pageable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Consultas dinámicas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28346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73152" cy="283464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22960" y="1481328"/>
            <a:ext cx="10588752" cy="2615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@Transactional(readOnly = true)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Page&lt;LibroResponseDTO&gt; findAllPaginated(LibroFiltroDTO filtro, Pageable pageable) {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Specification&lt;Libro&gt; spec = Specification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.where(LibroSpecifications.tituloContiene(filtro.titulo()))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.and(LibroSpecifications.precioMayorOIgualA(filtro.precioMin()))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.and(LibroSpecifications.precioMenorOIgualA(filtro.precioMax()))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.and(LibroSpecifications.perteneceAEditorial(filtro.editorialId()));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libroRepository.findAll(spec, pageable)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.map(this::mapToDTO);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controller combina los dos parámetros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Consultas dinámicas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1672" cy="21031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73152" cy="210312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22960" y="1847088"/>
            <a:ext cx="10588752" cy="1883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@GetMapping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ResponseEntity&lt;Page&lt;LibroResponseDTO&gt;&gt; getAll(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@ModelAttribute LibroFiltroDTO filtro,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@PageableDefault(size = 20) Pageable pageable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ResponseEntity.ok(libroService.findAllPaginated(filtro, pageable));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416052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libroRepository.findAll(spec, pageable) aplica la Specification combinada y, de paso, trocea el resultado en la página pedida — una sola llamada resuelve los dos problemas del apartado.</a:t>
            </a:r>
            <a:endParaRPr lang="en-US" sz="1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Exactamente lo que mostraba el diagrama del principio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Consultas dinámicas</a:t>
            </a:r>
            <a:endParaRPr lang="en-US" sz="1100" dirty="0"/>
          </a:p>
        </p:txBody>
      </p:sp>
      <p:pic>
        <p:nvPicPr>
          <p:cNvPr id="5" name="Image 0" descr="C:/Users/Aitor/docxgen/img/cd-destino-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995" y="2697480"/>
            <a:ext cx="10922961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que Swagger UI lo documente bien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Consultas dinámicas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pruebas este endpoint desde Swagger UI, puede que el formulario no te muestre un campo por cada filtro por separado — en su lugar, un único cuadro de texto con JSON. Pasa porque springdoc-openapi no siempre "explota" un objeto @ModelAttribute (ni siempre Pageable) en parámetros de query independientes.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11091672" cy="19202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73152" cy="192024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22960" y="2944368"/>
            <a:ext cx="10588752" cy="170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@GetMapping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ResponseEntity&lt;Page&lt;LibroResponseDTO&gt;&gt; getAll(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@ParameterObject @ModelAttribute LibroFiltroDTO filtro,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@ParameterObject @PageableDefault(size = 20) Pageable pageable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ResponseEntity.ok(libroService.findAllPaginated(filtro, pageable));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clave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Consultas dinámicas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1800"/>
              </a:spcAft>
              <a:buSzPct val="100000"/>
              <a:buChar char="•"/>
            </a:pPr>
            <a:r>
              <a:rPr lang="en-US" sz="17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findById + save() recuperan y modifican un objeto conocido por su id — no sirven cuando el usuario busca por criterios variables.</a:t>
            </a:r>
            <a:endParaRPr lang="en-US" sz="1750" dirty="0"/>
          </a:p>
          <a:p>
            <a:pPr marL="190500" indent="-190500">
              <a:spcAft>
                <a:spcPts val="1800"/>
              </a:spcAft>
              <a:buSzPct val="100000"/>
              <a:buChar char="•"/>
            </a:pPr>
            <a:r>
              <a:rPr lang="en-US" sz="17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A (los filtros no escalan) y problema B (no se puede devolver todo de golpe) son problemas distintos que comparten el mismo listado como escenario.</a:t>
            </a:r>
            <a:endParaRPr lang="en-US" sz="1750" dirty="0"/>
          </a:p>
          <a:p>
            <a:pPr marL="190500" indent="-190500">
              <a:spcAft>
                <a:spcPts val="1800"/>
              </a:spcAft>
              <a:buSzPct val="100000"/>
              <a:buChar char="•"/>
            </a:pPr>
            <a:r>
              <a:rPr lang="en-US" sz="17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Specification construye la consulta como piezas combinables en tiempo de ejecución; Specification.unrestricted() es la pieza "vacía" para un filtro null.</a:t>
            </a:r>
            <a:endParaRPr lang="en-US" sz="1750" dirty="0"/>
          </a:p>
          <a:p>
            <a:pPr marL="190500" indent="-190500">
              <a:spcAft>
                <a:spcPts val="1800"/>
              </a:spcAft>
              <a:buSzPct val="100000"/>
              <a:buChar char="•"/>
            </a:pPr>
            <a:r>
              <a:rPr lang="en-US" sz="17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paginación trocea el resultado en páginas; Pageable modela la petición, Page&lt;T&gt; la respuesta. Las páginas se numeran desde 0, y por debajo es LIMIT/OFFSET de SQL.</a:t>
            </a:r>
            <a:endParaRPr lang="en-US" sz="17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clave (cont.)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Consultas dinámicas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1109167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2000"/>
              </a:spcAft>
              <a:buSzPct val="100000"/>
              <a:buChar char="•"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JpaSpecificationExecutor habilita Specifications sobre un repositorio; findAll(spec), findAll(pageable) y findAll(spec, pageable) son tres sobrecargas del mismo método.</a:t>
            </a:r>
            <a:endParaRPr lang="en-US" sz="1900" dirty="0"/>
          </a:p>
          <a:p>
            <a:pPr marL="190500" indent="-190500">
              <a:spcAft>
                <a:spcPts val="2000"/>
              </a:spcAft>
              <a:buSzPct val="100000"/>
              <a:buChar char="•"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@ParameterObject (de springdoc-openapi) hace que Swagger UI muestre un campo por cada atributo de filtro y de pageable, en vez de un único cuadro con JSON.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3399</Words>
  <Application>Microsoft Office PowerPoint</Application>
  <PresentationFormat>Panorámica</PresentationFormat>
  <Paragraphs>353</Paragraphs>
  <Slides>46</Slides>
  <Notes>46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46</vt:i4>
      </vt:variant>
    </vt:vector>
  </HeadingPairs>
  <TitlesOfParts>
    <vt:vector size="49" baseType="lpstr">
      <vt:lpstr>Arial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Consultas dinámicas: Specifications y paginación</dc:title>
  <dc:subject>PptxGenJS Presentation</dc:subject>
  <dc:creator>Acceso a Datos</dc:creator>
  <cp:lastModifiedBy>VENTURA EDO, AITOR</cp:lastModifiedBy>
  <cp:revision>3</cp:revision>
  <dcterms:created xsi:type="dcterms:W3CDTF">2026-08-05T23:05:05Z</dcterms:created>
  <dcterms:modified xsi:type="dcterms:W3CDTF">2026-09-17T14:53:27Z</dcterms:modified>
</cp:coreProperties>
</file>