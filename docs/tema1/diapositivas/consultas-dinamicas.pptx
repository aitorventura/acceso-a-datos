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1: MANEJO DE CONECTORES Y HERRAMIENTAS 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dinámicas: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paginación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Consultas dinámicas: Specifications y paginación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dinámicas: Specifications y paginación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362956" cy="1463040"/>
          </a:xfrm>
          <a:prstGeom prst="roundRect">
            <a:avLst/>
          </a:prstGeom>
          <a:solidFill>
            <a:srgbClr val="EEEEEE"/>
          </a:solidFill>
          <a:ln w="15875">
            <a:solidFill>
              <a:srgbClr val="BDBD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536295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Conoces el id
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findById(42): el libro número 42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7356" y="1325880"/>
            <a:ext cx="5362956" cy="14630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7356" y="1325880"/>
            <a:ext cx="536295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conoces ningún id
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«libros de menos de 20 € de una editorial»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5362956" cy="237744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83280"/>
            <a:ext cx="868680" cy="868680"/>
          </a:xfrm>
          <a:prstGeom prst="ellipse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3832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874520" y="3291840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filtros fijos no escalan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48143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usuario combina filtros distintos: un método por combinación crece sin control.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77356" y="3063240"/>
            <a:ext cx="5362956" cy="237744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51676" y="3383280"/>
            <a:ext cx="868680" cy="8686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1676" y="33832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603236" y="3291840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puedes devolver todo de golpe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6551676" y="4434840"/>
            <a:ext cx="48143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API seria manda un millón de filas en una sola respuesta.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 que comparten el mismo listado como escenario.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A: los filtros fijos no escalan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pic>
        <p:nvPicPr>
          <p:cNvPr id="5" name="Image 0" descr="C:/Users/Aitor/docxgen/img/tema1_explosion_combinato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32320" y="1280160"/>
            <a:ext cx="1234440" cy="64008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0" y="1280160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filtro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412480" y="1280160"/>
            <a:ext cx="3227832" cy="64008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280160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findByTituloContaining(...)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234440" cy="64008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0" y="2029968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filtros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412480" y="2029968"/>
            <a:ext cx="3227832" cy="64008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03920" y="2029968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...AndPrecioGreaterThanEqual(...)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132320" y="2779776"/>
            <a:ext cx="1234440" cy="64008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0" y="2779776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filtros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12480" y="2779776"/>
            <a:ext cx="3227832" cy="64008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0" y="2779776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...AndPrecioLessThanEqual(...)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132320" y="3529584"/>
            <a:ext cx="1234440" cy="64008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0" y="3529584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filtros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12480" y="3529584"/>
            <a:ext cx="3227832" cy="64008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03920" y="3529584"/>
            <a:ext cx="3044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...AndEditorialId(...)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132320" y="4389120"/>
            <a:ext cx="4507992" cy="10972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4462272"/>
            <a:ext cx="4050792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filtro nuevo duplica los métodos, y el nombre deja de ser legible mucho antes de llegar a 16.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derivado por nombre: findByPrecioLessThan(BigDecimal precio) funciona mientras todos busquen siempre por lo mismo.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piezas nuevas, traducidas desde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2743200" cy="91440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Root&lt;Libro&gt;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0" y="123444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840480" y="1234440"/>
            <a:ext cx="3017520" cy="91440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12344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libro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40880" y="1234440"/>
            <a:ext cx="4599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tabla que consultas; root.get("titulo") es «la columna titulo»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2743200" cy="91440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317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CriteriaBuilder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91840" y="233172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840480" y="2331720"/>
            <a:ext cx="3017520" cy="91440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2331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· LIKE · &gt;= ...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2331720"/>
            <a:ext cx="4599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método Java por cada tipo de comparación del WHERE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2743200" cy="914400"/>
          </a:xfrm>
          <a:prstGeom prst="round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4290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Predicate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291840" y="342900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3840480" y="3429000"/>
            <a:ext cx="3017520" cy="91440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34290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condición completa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429000"/>
            <a:ext cx="4599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construye el CriteriaBuilder y lo que tu código devuelve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Specification&lt;Libro&gt; es, literalmente, una función: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2721864" cy="10058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5303520"/>
            <a:ext cx="2575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+ criteriaBuilder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224784" y="52578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  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33544" y="5257800"/>
            <a:ext cx="2721864" cy="10058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6696" y="5303520"/>
            <a:ext cx="2575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409688" y="52578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devuelve  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918448" y="5257800"/>
            <a:ext cx="2721864" cy="10058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91600" y="5303520"/>
            <a:ext cx="2575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Predicate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Resolviendo el problema A: tu primera Specification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Habilitar Specifications en el repositorio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675120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91640"/>
            <a:ext cx="6217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 </a:t>
            </a:r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JpaRepository&lt;Libro, Long&gt;,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JpaSpecificationExecutor&lt;Libro&gt;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 Specification, condición por condición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6675120" cy="1463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611880"/>
            <a:ext cx="73152" cy="14630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70332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(root, query, criteriaBuilder) -&gt;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criteriaBuilder.like(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criteriaBuilder.lower(root.get(</a:t>
            </a:r>
            <a:pPr indent="0" marL="0">
              <a:buNone/>
            </a:pPr>
            <a:r>
              <a:rPr lang="en-US" sz="15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"titulo"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5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"%"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titulo.toLowerCase() + </a:t>
            </a:r>
            <a:pPr indent="0" marL="0">
              <a:buNone/>
            </a:pPr>
            <a:r>
              <a:rPr lang="en-US" sz="15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"%"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498080" y="1417320"/>
            <a:ext cx="548640" cy="548640"/>
          </a:xfrm>
          <a:prstGeom prst="ellipse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83880" y="1188720"/>
            <a:ext cx="3456432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43584"/>
            <a:ext cx="3090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root.get("titulo")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66760" y="1655064"/>
            <a:ext cx="309067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columna titulo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788920"/>
            <a:ext cx="548640" cy="548640"/>
          </a:xfrm>
          <a:prstGeom prst="ellipse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2788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183880" y="2560320"/>
            <a:ext cx="3456432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2615184"/>
            <a:ext cx="3090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criteriaBuilder.lower(...)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6760" y="3026664"/>
            <a:ext cx="309067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 la columna a minúsculas: la búsqueda no distingue mayúsculas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98080" y="4160520"/>
            <a:ext cx="548640" cy="548640"/>
          </a:xfrm>
          <a:prstGeom prst="ellipse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4160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3931920"/>
            <a:ext cx="3456432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986784"/>
            <a:ext cx="3090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criteriaBuilder.like(...)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66760" y="4398264"/>
            <a:ext cx="309067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construye el Predicate: LIKE '%valor%', con métodos Java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tercer parámetro, query, no se usa en filtros simples: la forma de la función lo exige.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filtro es opcional: Specification.unrestricted()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6949440" cy="5029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50292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LibroSpecifications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Specification&lt;Libro&gt;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tituloContiene(String titulo)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(titulo ==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titulo.isBlank())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Specification.unrestricted();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(root, query, criteriaBuilder) -&gt;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criteriaBuilder.like(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criteriaBuilder.lower(root.get(</a:t>
            </a:r>
            <a:pPr indent="0" marL="0">
              <a:buNone/>
            </a:pPr>
            <a:r>
              <a:rPr lang="en-US" sz="14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"titulo"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buNone/>
            </a:pPr>
            <a:r>
              <a:rPr lang="en-US" sz="14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"%"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titulo.toLowerCase() + </a:t>
            </a:r>
            <a:pPr indent="0" marL="0">
              <a:buNone/>
            </a:pPr>
            <a:r>
              <a:rPr lang="en-US" sz="1400" dirty="0">
                <a:solidFill>
                  <a:srgbClr val="BF36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"%"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precioMayorOIgualA, precioMenorOIgualA,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i="1" dirty="0">
                <a:solidFill>
                  <a:srgbClr val="7890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perteneceAEditorial... — mismo patrón.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0" y="1188720"/>
            <a:ext cx="3867912" cy="16002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0" y="124358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null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955280" y="1746504"/>
            <a:ext cx="350215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unrestricted(): ninguna condición añadida. Se salta de verdad.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0" y="2971800"/>
            <a:ext cx="3867912" cy="160020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302666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valor real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955280" y="3529584"/>
            <a:ext cx="3502152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Predicate (LIKE, &gt;=...): se añade al WHERE.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0" y="4754880"/>
            <a:ext cx="386791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0" y="4828032"/>
            <a:ext cx="34107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unrestricted() ya viene con Spring Data: al combinarla es como si no existiera.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El DTO de filtro y el service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8686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8686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LibroFiltroDTO(String titulo, BigDecimal precioMin,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BigDecimal precioMax, Long editorialId) {}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6949440" cy="38404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38404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64922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List&lt;LibroResponseDTO&gt; findByFiltro(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LibroFiltroDTO filtro)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Specification&lt;Libro&gt; spec = Specification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.where(LibroSpecifications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.tituloContiene(filtro.titulo()))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.and(LibroSpecifications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.precioMayorOIgualA(filtro.precioMin()));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libroRepository.findAll(spec)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.stream()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.toList();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0" y="2286000"/>
            <a:ext cx="3867912" cy="18288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234086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where(...).and(...)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55280" y="2843784"/>
            <a:ext cx="350215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Encadena las piezas en una sola consulta. Las unrestricted() no añaden nada.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0" y="4297680"/>
            <a:ext cx="3867912" cy="182880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4352544"/>
            <a:ext cx="3502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findAll(spec)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55280" y="4855464"/>
            <a:ext cx="350215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findAll de siempre, con una Specification: devuelve todos los que cumplan, sin límite de página todavía.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El controller: de la URL al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1463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34440"/>
            <a:ext cx="73152" cy="14630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25880"/>
            <a:ext cx="106344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ResponseEntity&lt;List&lt;LibroResponseDTO&gt;&gt; getAll(</a:t>
            </a:r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@ModelAttribute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LibroFiltroDTO filtro)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ResponseEntity.ok(libroService.findByFiltro(filtro));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@ModelAttribute mapea la query string al DTO: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2018538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429000"/>
            <a:ext cx="187223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?titulo=java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&amp;precioMin=10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21458" y="3383280"/>
            <a:ext cx="1097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  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73018" y="3383280"/>
            <a:ext cx="2018538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6170" y="3429000"/>
            <a:ext cx="187223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LibroFiltroDTO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5836" y="3383280"/>
            <a:ext cx="1097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 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97396" y="3383280"/>
            <a:ext cx="2018538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0548" y="3429000"/>
            <a:ext cx="187223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70214" y="3383280"/>
            <a:ext cx="1097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 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21774" y="3383280"/>
            <a:ext cx="2018538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4926" y="3429000"/>
            <a:ext cx="187223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titulo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'%java%'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precio &gt;= 10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91672" cy="10515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93792"/>
            <a:ext cx="10634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 resuelto — pero con miles de filas, la respuesta seguiría trayéndolas todas de golpe. Ese es el problema B.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B: tampoco puedes devolver todo de golpe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6187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 Google: con miles de resultados, te da los primeros 10 y un botón para los siguientes. La paginación aplica esa idea a tu API.</a:t>
            </a:r>
            <a:endParaRPr lang="en-US" sz="1900" dirty="0"/>
          </a:p>
        </p:txBody>
      </p:sp>
      <p:pic>
        <p:nvPicPr>
          <p:cNvPr id="7" name="Image 0" descr="C:/Users/Aitor/docxgen/img/tema1_paginacion_re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11091672" cy="26288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120640"/>
            <a:ext cx="11091672" cy="1097280"/>
          </a:xfrm>
          <a:prstGeom prst="roundRect">
            <a:avLst/>
          </a:prstGeom>
          <a:solidFill>
            <a:srgbClr val="FBE9E7"/>
          </a:solidFill>
          <a:ln w="28575">
            <a:solidFill>
              <a:srgbClr val="E64A1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521208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página es la 0, no la 1
</a:t>
            </a:r>
            <a:endParaRPr lang="en-US" sz="2000" dirty="0"/>
          </a:p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numera las páginas desde cero. Pedir la «página 1» te da la segunda.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Pageable y Page: la petición y la respuesta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62956" cy="16459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9304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Pageable: la petición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792224"/>
            <a:ext cx="4997196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página, de qué tamaño y con qué orden. Sin anotación: Spring lee page, size y sort de la query string.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7356" y="1234440"/>
            <a:ext cx="5362956" cy="164592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0236" y="1289304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Page&lt;T&gt;: la respuesta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0236" y="1792224"/>
            <a:ext cx="4997196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de esa página, más metadatos: total de elementos, total de páginas...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debajo, Hibernate lo traduce a SQL de toda la vida: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2843784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361188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.../libros?page=0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&amp;size=3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&amp;sort=titulo,asc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46704" y="3566160"/>
            <a:ext cx="1371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 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72584" y="3566160"/>
            <a:ext cx="2843784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45736" y="361188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0 · size 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70648" y="3566160"/>
            <a:ext cx="1371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  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796528" y="3566160"/>
            <a:ext cx="2843784" cy="14173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361188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titulo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3 OFFSET 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66360"/>
            <a:ext cx="11091672" cy="10058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39512"/>
            <a:ext cx="1063447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OFFSET = página × tamaño: la página 2 con tamaño 20 salta 2 × 20 = 40 filas, las de las páginas 0 y 1.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respuesta de Page&lt;T&gt;, campo a campo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4846320" cy="4206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4206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43891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[ /* libros */ 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"totalElements": 7,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"totalPages": 3,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"number": 0,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"size": 3,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"numberOfElements": 3,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"first": true,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"last": false,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"empty": false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pageable y sort: ver apuntes web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0" y="1188720"/>
            <a:ext cx="2103120" cy="731520"/>
          </a:xfrm>
          <a:prstGeom prst="round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11887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09560" y="1188720"/>
            <a:ext cx="3730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elementos de esta página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2057400"/>
            <a:ext cx="2103120" cy="731520"/>
          </a:xfrm>
          <a:prstGeom prst="round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20574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totalElements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909560" y="2057400"/>
            <a:ext cx="3730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Filas totales de la consulta, no solo de esta página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69280" y="2926080"/>
            <a:ext cx="2103120" cy="731520"/>
          </a:xfrm>
          <a:prstGeom prst="round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0" y="29260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totalPages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909560" y="2926080"/>
            <a:ext cx="3730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Páginas necesarias: totalElements / size, hacia arriba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3794760"/>
            <a:ext cx="2103120" cy="731520"/>
          </a:xfrm>
          <a:prstGeom prst="round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37947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09560" y="3794760"/>
            <a:ext cx="3730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página actual (empieza en 0)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669280" y="4754880"/>
            <a:ext cx="5971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resto es información derivada: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0" y="5166360"/>
            <a:ext cx="1929384" cy="502920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5166360"/>
            <a:ext cx="1929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7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90104" y="5166360"/>
            <a:ext cx="1929384" cy="502920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90104" y="5166360"/>
            <a:ext cx="1929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7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numberOfElements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10928" y="5166360"/>
            <a:ext cx="1929384" cy="502920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10928" y="5166360"/>
            <a:ext cx="1929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7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/ last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completo: apuntes web — Tema 1, «Consultas dinámicas: Specifications y paginación».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paginación sola: service y controller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Service: findAll(Pageable) ya viene en JpaRepository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120640" cy="2103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73152" cy="2103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91640"/>
            <a:ext cx="4663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Page&lt;LibroResponseDTO&gt;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findAllPaginated(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Pageable pageable)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.findAll(pageable)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0" y="1188720"/>
            <a:ext cx="5696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0" y="1600200"/>
            <a:ext cx="5696712" cy="2103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1600200"/>
            <a:ext cx="73152" cy="2103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691640"/>
            <a:ext cx="523951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ResponseEntity&lt;Page&lt;LibroResponseDTO&gt;&gt;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getAll(</a:t>
            </a:r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@PageableDefault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(size = 20)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Pageable pageable)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libroService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.findAllPaginated(pageable));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59352"/>
            <a:ext cx="1063447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@PageableDefault(size = 20) fija el tamaño por defecto. Fíjate: getAll() ya no devuelve List, sino Page.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1672" cy="1234440"/>
          </a:xfrm>
          <a:prstGeom prst="roundRect">
            <a:avLst/>
          </a:prstGeom>
          <a:solidFill>
            <a:srgbClr val="FBE9E7"/>
          </a:solidFill>
          <a:ln w="28575">
            <a:solidFill>
              <a:srgbClr val="E64A1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12064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500 que en realidad es culpa del cliente
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sort=noExiste,asc responde 500, no 400. Se resolverá más adelante con GlobalExceptionHandler, en Programación de Servicios y Procesos.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junto: Specifications + paginación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61872"/>
            <a:ext cx="1063447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tu proyecto real no habrá tres endpoints: habrá uno solo que hace ambas cosas a la vez.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772918"/>
                <a:gridCol w="2772918"/>
                <a:gridCol w="332750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Specifications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paginación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combinada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Repositorio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JpaSpecificationExecutor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Ninguno extra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JpaSpecificationExecutor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Service, devuelve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List&lt;LibroResponseDTO&gt;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Page&lt;LibroResponseDTO&gt;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Page&lt;LibroResponseDTO&gt;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Service, recibe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LibroFiltroDTO filtro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Pageable pageable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dos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findAll(...)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spec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pageable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spec y pageable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@ModelAttribute filtro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@PageableDefault pageable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dos a la vez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service y el controller combinados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2423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73152" cy="24231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280160"/>
            <a:ext cx="10634472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@Transactional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(readOnly = true)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Page&lt;LibroResponseDTO&gt; findAllPaginated(LibroFiltroDTO filtro, Pageable pageable)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Specification&lt;Libro&gt; spec = Specification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.where(LibroSpecifications.tituloContiene(filtro.titulo()))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.and(LibroSpecifications.precioMayorOIgualA(filtro.precioMin()))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.and(LibroSpecifications.precioMenorOIgualA(filtro.precioMax()))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.and(LibroSpecifications.perteneceAEditorial(filtro.editorialId()));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libroRepository.findAll(spec, pageable).map(this::mapToDTO);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11091672" cy="1600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94760"/>
            <a:ext cx="73152" cy="16002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86200"/>
            <a:ext cx="1063447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ResponseEntity&lt;Page&lt;LibroResponseDTO&gt;&gt; getAll(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@ModelAttribute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LibroFiltroDTO filtro,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@PageableDefault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(size = 20) Pageable pageable)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ResponseEntity.ok(libroService.findAllPaginated(filtro, pageable));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53212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605272"/>
            <a:ext cx="10634472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findAll(spec, pageable) aplica la Specification y trocea el resultado: una sola llamada resuelve los dos problemas.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diagrama del principio y Swagger UI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pic>
        <p:nvPicPr>
          <p:cNvPr id="5" name="Image 0" descr="C:/Users/Aitor/docxgen/img/cd-destino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995" y="1188720"/>
            <a:ext cx="10922961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520440"/>
            <a:ext cx="5394960" cy="265176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5753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@ParameterObject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078224"/>
            <a:ext cx="5029200" cy="2039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puede mostrar un único cuadro con JSON en vez de un campo por filtro: springdoc no siempre «explota» @ModelAttribute ni Pageable. @ParameterObject lo arregla.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17920" y="3520440"/>
            <a:ext cx="5422392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0" y="3520440"/>
            <a:ext cx="73152" cy="26517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3611880"/>
            <a:ext cx="49651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@ParameterObject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@ModelAttribute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LibroFiltroDTO filtro,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@ParameterObject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@PageableDefault</a:t>
            </a:r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(size = 20)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Pageable pageable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Consultas dinámicas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08760" y="128016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findById + save() sirven para un objeto con id conocido; no para buscar por criterios variables.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4496" y="128016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37376" y="169164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14616" y="128016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 (filtros que no escalan) y problema B (no devolver todo de golpe) son distintos y comparten listado.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3832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383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08760" y="297180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Specification construye la consulta con piezas combinables; unrestricted() es la pieza vacía para un filtro null.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54496" y="297180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7376" y="338328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3383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14616" y="297180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Paginación: Pageable es la petición y Page&lt;T&gt; la respuesta. Páginas desde 0; por debajo, LIMIT/OFFSET.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50749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08760" y="466344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JpaSpecificationExecutor habilita Specifications; findAll(spec), findAll(pageable) y findAll(spec, pageable) son sobrecargas.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54496" y="4663440"/>
            <a:ext cx="5385816" cy="146304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37376" y="507492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14616" y="4663440"/>
            <a:ext cx="424281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@ParameterObject hace que Swagger UI muestre un campo por atributo, no un cuadro con JSON.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Consultas dinámicas: Specifications y paginación</dc:title>
  <dc:subject>PptxGenJS Presentation</dc:subject>
  <dc:creator>Acceso a Datos</dc:creator>
  <cp:lastModifiedBy>Acceso a Datos</cp:lastModifiedBy>
  <cp:revision>1</cp:revision>
  <dcterms:created xsi:type="dcterms:W3CDTF">2026-09-21T18:28:18Z</dcterms:created>
  <dcterms:modified xsi:type="dcterms:W3CDTF">2026-09-21T18:28:18Z</dcterms:modified>
</cp:coreProperties>
</file>