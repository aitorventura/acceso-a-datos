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F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 —  TEMA 1: MANEJO DE CONECTORES Y HERRAMIENTAS ORM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Operaciones CRUD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gestión de transacciones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Operaciones CRUD y gestión de transacciones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CRUD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Operaciones CRUD y transacciones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11091672" cy="9144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216152"/>
            <a:ext cx="1063447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 a construir el CRUD de Libro como lo harías tú solo: empezando por la versión más simple, tropezando con sus problemas y resolviéndolos uno a uno.</a:t>
            </a:r>
            <a:endParaRPr lang="en-US" sz="1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11091672" cy="914400"/>
        </p:xfrm>
        <a:graphic>
          <a:graphicData uri="http://schemas.openxmlformats.org/drawingml/2006/table">
            <a:tbl>
              <a:tblPr/>
              <a:tblGrid>
                <a:gridCol w="2218334"/>
                <a:gridCol w="2440168"/>
                <a:gridCol w="643317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CRUD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Create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INSERT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SELECT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PUT (reemplazo completo); PATCH (parcial)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34924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modela estas operaciones con los verbos que HTTP ya trae, en vez de inventar una ruta por acción: /libros/crear sería el estilo antiguo, no REST.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primera pieza: el repository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Operaciones CRUD y transacciones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7772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88720"/>
            <a:ext cx="73152" cy="7772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280160"/>
            <a:ext cx="106344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7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</a:t>
            </a:r>
            <a:pPr indent="0" marL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LibroRepository </a:t>
            </a:r>
            <a:pPr indent="0" marL="0">
              <a:buNone/>
            </a:pPr>
            <a:r>
              <a:rPr lang="en-US" sz="17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extends</a:t>
            </a:r>
            <a:pPr indent="0" marL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JpaRepository&lt;Libro, Long&gt; {}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514344" cy="150876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86000"/>
            <a:ext cx="3240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Libro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31485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entidad que gestiona este repository.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37304" y="2194560"/>
            <a:ext cx="3514344" cy="150876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4464" y="2286000"/>
            <a:ext cx="3240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= Long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520184" y="2788920"/>
            <a:ext cx="31485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tipo de la clave primaria: el del campo @Id (en este curso, siempre Long).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25968" y="2194560"/>
            <a:ext cx="3514344" cy="150876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3128" y="2286000"/>
            <a:ext cx="3240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Decenas de métodos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308848" y="2788920"/>
            <a:ext cx="31485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findAll(), findById(id), save(entidad), deleteById(id)... ya vienen heredados.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11091672" cy="12801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005072"/>
            <a:ext cx="10634472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funciona una interfaz sin implementación? Al arrancar, Spring Data JPA genera una clase real que la implementa y la registra como bean. Tú nunca la ves: solo inyectas la interfaz.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440680"/>
            <a:ext cx="11091672" cy="8686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495544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JDBC «a pelo» escribirías cada consulta SQL a mano; aquí ese trabajo desaparece casi por completo.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ya tienes disponible, sin escribir nada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Operaciones CRUD y transacciones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658368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3621024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hace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List&lt;Libro&gt; findAll()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Todas las filas de la tabla libro.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Optional&lt;Libro&gt; findById(Long id)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Busca por clave primaria. Puede no encontrar nada.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Libro save(Libro libro)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Inserta si el id es null, o actualiza si ya existe.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boolean existsById(Long id)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Comprueba si existe, sin cargar la entidad.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void deleteById(Long id)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Borra la fila con ese id.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count()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Cuenta las filas de la tabla.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06640" y="1143000"/>
            <a:ext cx="4233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Optional de findById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406640" y="1554480"/>
            <a:ext cx="4233672" cy="14630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406640" y="1554480"/>
            <a:ext cx="73152" cy="14630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0" y="1645920"/>
            <a:ext cx="37764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libroRepository.findById(id)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.orElseThrow(() -&gt;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ResponseStatusException(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HttpStatus.NOT_FOUND,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2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"Libro no encontrado"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06640" y="3200400"/>
            <a:ext cx="4233672" cy="306324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589520" y="3255264"/>
            <a:ext cx="3867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«Puede que haya valor, puede que no»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589520" y="3758184"/>
            <a:ext cx="3867912" cy="2450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Optional te obliga a decidir qué hacer si no se encuentra. orElseThrow(...) dice: si trae un libro, dámelo; si viene vacío, lanza esta excepción.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si necesitas una consulta que no viene de fábrica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Operaciones CRUD y transacciones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Declaras el método, sin cuerpo, con un patrón de nombre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6035040" cy="12801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63040"/>
            <a:ext cx="73152" cy="12801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5448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LibroRepository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extends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JpaRepository&lt;Libro, Long&gt;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List&lt;Libro&gt; findByEditorialId(Long editorialId);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1097280"/>
            <a:ext cx="4782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 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0" y="1463040"/>
            <a:ext cx="4782312" cy="12801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0" y="1463040"/>
            <a:ext cx="73152" cy="12801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0" y="1554480"/>
            <a:ext cx="432511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editorial_id = ?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11091672" cy="914400"/>
        </p:xfrm>
        <a:graphic>
          <a:graphicData uri="http://schemas.openxmlformats.org/drawingml/2006/table">
            <a:tbl>
              <a:tblPr/>
              <a:tblGrid>
                <a:gridCol w="1996501"/>
                <a:gridCol w="4658502"/>
                <a:gridCol w="4436669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Patrón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Equivale 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findByX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findByTitulo(String titulo)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titulo = 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findByXAndY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findByTituloAndPrecioLessThan(...)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titulo = ? AND precio &lt; 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findByXOrderByY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findByEditorialIdOrderByPrecioDesc(...)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editorial_id = ? ORDER BY precio DESC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existsByX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existsByTitulo(String titulo)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findByX, devuelve boolean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countByX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countByEditorialId(Long id)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findByX, devuelve long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548640" y="598932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cómoda para consultas simples y fijas. Para filtros que cambian según el caso están las Specifications y @Query con JPQL, más adelante en este tema.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 intento: devolver la entidad tal cual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Operaciones CRUD y transacciones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service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5943600" cy="33832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527048"/>
            <a:ext cx="73152" cy="338328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18488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@Service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@RequiredArgsConstructor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LibroService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LibroRepository libroRepository;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@Transactional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(readOnly = true)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 findById(Long id)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libroRepository.findById(id)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.orElseThrow(() -&gt;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ResponseStatusException(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HttpStatus.NOT_FOUND,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buNone/>
            </a:pPr>
            <a:r>
              <a:rPr lang="en-US" sz="12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"Libro no encontrado"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766560" y="1143000"/>
            <a:ext cx="4873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controller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766560" y="1527048"/>
            <a:ext cx="4873752" cy="33832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1527048"/>
            <a:ext cx="73152" cy="338328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1618488"/>
            <a:ext cx="441655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@RestController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@RequestMapping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"/api/v1/libros"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@RequiredArgsConstructor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LibroController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LibroService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libroService;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@GetMapping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"/{id}"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ResponseEntity&lt;Libro&gt; getById(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@PathVariable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Long id)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ResponseEntity.ok(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libroService.findById(id));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120640"/>
            <a:ext cx="5408676" cy="11887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175504"/>
            <a:ext cx="50429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@Transactional(readOnly = true)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541264"/>
            <a:ext cx="5042916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consulta la base de datos, sin intención de modificarla. Más adelante verás qué aporta.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31636" y="5120640"/>
            <a:ext cx="5408676" cy="118872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4516" y="5175504"/>
            <a:ext cx="50429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 → Service → Repository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14516" y="5541264"/>
            <a:ext cx="5042916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controller no toca el repository. Ese orden no cambia en todo lo que viene.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problema: la entidad expone más de lo que quieres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Operaciones CRUD y transacciones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/api/v1/libros/3 te devuelve algo así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852160" cy="30175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554480"/>
            <a:ext cx="73152" cy="30175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45920"/>
            <a:ext cx="53949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3,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"titulo"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"El nombre del viento"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"precio"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19.95,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"coste"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8.40,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"fechaPublicacion"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"2007-03-27"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"editorial"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"nombre"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"Plaza &amp; Janés"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"hibernateLazyInitializer"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675120" y="1188720"/>
            <a:ext cx="4965192" cy="169164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1243584"/>
            <a:ext cx="4599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0" y="1655064"/>
            <a:ext cx="4599432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precio de compra al proveedor: un dato interno que jamás debería llegar a un cliente. Cualquier campo private viaja tal cual al JSON.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75120" y="3017520"/>
            <a:ext cx="4965192" cy="160020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3072384"/>
            <a:ext cx="4599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hibernateLazyInitializer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0" y="3483864"/>
            <a:ext cx="4599432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detalle interno de cómo Hibernate representa la relación @ManyToOne con carga lazy, filtrado sin querer.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846320"/>
            <a:ext cx="11091672" cy="13716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919472"/>
            <a:ext cx="10634472" cy="1225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entidad Libro está diseñada para que Hibernate la entienda, no para que la vea un cliente HTTP. Son dos propósitos distintos y una sola clase no puede servir bien a los dos.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solución: DTOs, y el record de Java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Operaciones CRUD y transacciones</a:t>
            </a:r>
            <a:endParaRPr lang="en-US" sz="1100" dirty="0"/>
          </a:p>
        </p:txBody>
      </p:sp>
      <p:pic>
        <p:nvPicPr>
          <p:cNvPr id="5" name="Image 0" descr="C:/Users/Aitor/Documents/apuntes-profe/acceso-a-datos/docs/tema1/img/tema1_entidad_vs_d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394960" cy="3596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983480"/>
            <a:ext cx="5394960" cy="12344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056632"/>
            <a:ext cx="493776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DTO (Data Transfer Object) es un objeto hecho a medida de lo que sale, o entra, de tu aplicación.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217920" y="1143000"/>
            <a:ext cx="5422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record declara una clase inmutable en una línea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217920" y="1554480"/>
            <a:ext cx="5422392" cy="6858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217920" y="1554480"/>
            <a:ext cx="73152" cy="6858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92240" y="1645920"/>
            <a:ext cx="49651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Punto(</a:t>
            </a:r>
            <a:pPr indent="0" marL="0">
              <a:buNone/>
            </a:pPr>
            <a:r>
              <a:rPr lang="en-US" sz="17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x, </a:t>
            </a:r>
            <a:pPr indent="0" marL="0">
              <a:buNone/>
            </a:pPr>
            <a:r>
              <a:rPr lang="en-US" sz="17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y) {}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6217920" y="2423160"/>
            <a:ext cx="5422392" cy="173736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0" y="2478024"/>
            <a:ext cx="5056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genera el compilador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00800" y="2980944"/>
            <a:ext cx="5056632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Constructor, un getter por campo (punto.x(), no getX()) y equals/hashCode/toString. Campos final, sin setters: justo lo que necesita un DTO.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7920" y="4297680"/>
            <a:ext cx="5422392" cy="196596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4352544"/>
            <a:ext cx="5056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no es @Entity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400800" y="4855464"/>
            <a:ext cx="5056632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Libro y Editorial siguen siendo clases normales con @Getter/@Setter: necesitan ser mutables. Si ves record, es un DTO; si ves @Entity, es persistente.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DTO de salida y mapToDTO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Operaciones CRUD y transacciones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lo que quieres que vea un cliente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4754880" cy="24688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527048"/>
            <a:ext cx="73152" cy="246888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18488"/>
            <a:ext cx="42976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EditorialDTO(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Long id,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nombre) {}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LibroResponseDTO(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Long id,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titulo,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BigDecimal precio,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LocalDate fechaPublicacion,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EditorialDTO editorial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4754880" cy="201168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215384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rastro de coste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4718304"/>
            <a:ext cx="4389120" cy="1399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de los detalles internos de Hibernate. Como coste no se copia en mapToDTO, desaparece del JSON.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577840" y="1143000"/>
            <a:ext cx="6062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findById traduce con mapToDTO (private: solo lo usa el service)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577840" y="1527048"/>
            <a:ext cx="6062472" cy="38404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77840" y="1527048"/>
            <a:ext cx="73152" cy="384048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1618488"/>
            <a:ext cx="5605272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@Transactional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(readOnly = true)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LibroResponseDTO findById(Long id)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Libro libro = libroRepository.findById(id)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.orElseThrow(() -&gt;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ResponseStatusException(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HttpStatus.NOT_FOUND,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"Libro no encontrado"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mapToDTO(libro);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LibroResponseDTO mapToDTO(Libro l)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EditorialDTO e =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EditorialDTO(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l.getEditorial().getId(),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l.getEditorial().getNombre());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LibroResponseDTO(l.getId(),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l.getTitulo(), l.getPrecio(),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l.getFechaPublicacion(), 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577840" y="5486400"/>
            <a:ext cx="6062472" cy="8686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06440" y="5559552"/>
            <a:ext cx="5605272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findAll, create y update llamarán al mismo mapToDTO. El controller solo cambia el tipo: ResponseEntity&lt;LibroResponseDTO&gt;.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Ahora la escritura: create()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Operaciones CRUD y transacciones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11091672" cy="8229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216152"/>
            <a:ext cx="1063447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crear necesitas un DTO de entrada. No vale reutilizar LibroResponseDTO: al crear, pedir un id no tiene sentido.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primer intento, sin pensarlo mucho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532888"/>
            <a:ext cx="6400800" cy="34290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532888"/>
            <a:ext cx="73152" cy="34290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624328"/>
            <a:ext cx="594360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@Transactional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LibroResponseDTO create(LibroCreateDTO dto)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Editorial editorial = editorialRepository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.findById(dto.editorialId())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.orElseThrow(() -&gt;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ResponseStatusException(HttpStatus.NOT_FOUND,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"Editorial no encontrada"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Libro libro =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libro.setTitulo(dto.titulo());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libro.setPrecio(dto.precio());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libro.setFechaPublicacion(dto.fechaPublicacion());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libro.setEditorial(editorial);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mapToDTO(libroRepository.save(libro));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223760" y="2148840"/>
            <a:ext cx="4416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DTO de entrada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223760" y="2532888"/>
            <a:ext cx="4416552" cy="13716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23760" y="2532888"/>
            <a:ext cx="73152" cy="13716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0" y="2624328"/>
            <a:ext cx="395935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LibroCreateDTO(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titulo,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BigDecimal precio,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LocalDate fechaPublicacion,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Long editorialId) {}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23760" y="4069080"/>
            <a:ext cx="4416552" cy="1892808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6640" y="4123944"/>
            <a:ext cx="4050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basura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406640" y="4626864"/>
            <a:ext cx="405079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impide mandar titulo vacío, precio -5, fecha 2099 o editorialId -1: create() no comprueba nada.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 Validation: rechazar datos basura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Operaciones CRUD y transacciones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Anotaciones sobre el propio DTO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6309360" cy="18288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527048"/>
            <a:ext cx="73152" cy="18288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18488"/>
            <a:ext cx="5852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LibroCreateDTO(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@NotBlank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titulo,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@NotNull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@PositiveOrZero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BigDecimal precio,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@NotNull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@PastOrPresent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LocalDate fechaPublicacion,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@NotNull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@Positive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Long editorialId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@Valid en el controller las activa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950208"/>
            <a:ext cx="6309360" cy="18745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950208"/>
            <a:ext cx="73152" cy="18745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041648"/>
            <a:ext cx="585216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@PostMapping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ResponseEntity&lt;LibroResponseDTO&gt; create(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@Valid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@RequestBody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LibroCreateDTO dto)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ResponseEntity.status(HttpStatus.CREATED)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.body(libroService.create(dto));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132320" y="1143000"/>
            <a:ext cx="4507992" cy="251460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0" y="1197864"/>
            <a:ext cx="41422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una dependencia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315200" y="1700784"/>
            <a:ext cx="4142232" cy="1901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spring-boot-starter-webmvc no trae Bean Validation. Añade spring-boot-starter-validation (Hibernate Validator): sin ella, @NotBlank y compañía ni existen en el classpath.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132320" y="3840480"/>
            <a:ext cx="4507992" cy="233172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0" y="3895344"/>
            <a:ext cx="41422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400 antes de tu código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315200" y="4398264"/>
            <a:ext cx="4142232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@RequestBody convierte el JSON al DTO; @Valid comprueba las restricciones. Si alguna falla, Spring responde 400 Bad Request sin ejecutar nada.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familia de Bean Validation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Operaciones CRUD y transacciones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5408676" cy="914400"/>
        </p:xfrm>
        <a:graphic>
          <a:graphicData uri="http://schemas.openxmlformats.org/drawingml/2006/table">
            <a:tbl>
              <a:tblPr/>
              <a:tblGrid>
                <a:gridCol w="2271644"/>
                <a:gridCol w="313703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Anotación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exige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@NotNull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puede ser null (precio, fechaPublicacion, editorialId).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@NotBlank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null, ni vacío, ni solo espacios (titulo).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@NotEmpty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Igual, para colecciones y arrays.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@Size(min=, max=)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Longitud dentro de ese rango.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@Positive / @PositiveOrZero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Mayor que cero / mayor o igual (editorialId / precio).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@Negative / @NegativeOrZero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 mismo, en negativo.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1636" y="1143000"/>
          <a:ext cx="5408676" cy="914400"/>
        </p:xfrm>
        <a:graphic>
          <a:graphicData uri="http://schemas.openxmlformats.org/drawingml/2006/table">
            <a:tbl>
              <a:tblPr/>
              <a:tblGrid>
                <a:gridCol w="2271644"/>
                <a:gridCol w="313703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Anotación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exige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@Min(valor) / @Max(valor)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número no baja de / no supera ese valor.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@Past / @PastOrPresent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Fecha anterior a ahora / anterior o igual (fechaPublicacion).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@Future / @FutureOrPresent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Fecha posterior a ahora / posterior o igual.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@Email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 de dirección de correo.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@Pattern(regexp = ...)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Coincide con la expresión regular dada.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623560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7240" y="5696712"/>
            <a:ext cx="10634472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Todas se pueden combinar sobre el mismo campo, como @NotNull @PositiveOrZero en precio.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update() y delete(): el recurso que no existe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Operaciones CRUD y transacciones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update() reutiliza LibroCreateDTO, pero antes carga el libro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6309360" cy="48463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527048"/>
            <a:ext cx="73152" cy="48463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18488"/>
            <a:ext cx="585216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@Transactional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LibroResponseDTO update(Long id,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LibroCreateDTO dto)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Libro libro = libroRepository.findById(id)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.orElseThrow(() -&gt;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ResponseStatusException(HttpStatus.NOT_FOUND,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"Libro no encontrado"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Editorial editorial = editorialRepository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.findById(dto.editorialId())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.orElseThrow(() -&gt;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ResponseStatusException(HttpStatus.NOT_FOUND,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"Editorial no encontrada"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libro.setTitulo(dto.titulo());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libro.setPrecio(dto.precio());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libro.setFechaPublicacion(dto.fechaPublicacion());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libro.setEditorial(editorial);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mapToDTO(libroRepository.save(libro));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0" y="1143000"/>
            <a:ext cx="4507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delete(): nada que cargar, comprobación ligera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0" y="1527048"/>
            <a:ext cx="4507992" cy="21488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0" y="1527048"/>
            <a:ext cx="73152" cy="21488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06640" y="1618488"/>
            <a:ext cx="4050792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@Transactional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delete(Long id)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(!libroRepository.existsById(id))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throw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ResponseStatusException(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HttpStatus.NOT_FOUND,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2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"Libro no encontrado"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libroRepository.deleteById(id);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132320" y="3840480"/>
            <a:ext cx="4507992" cy="123444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0" y="3895344"/>
            <a:ext cx="4142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orElseThrow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0" y="4261104"/>
            <a:ext cx="414223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Podrías acabar usando un null: compila, pero falla al ejecutar.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132320" y="5212080"/>
            <a:ext cx="4507992" cy="11887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0" y="5266944"/>
            <a:ext cx="4142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findAll() no tiene el problema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0" y="5632704"/>
            <a:ext cx="414223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lista vacía no es un error. Usa readOnly y convierte cada entidad a su DTO.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Transacciones: todo o nada, y ACID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Operaciones CRUD y transacciones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11091672" cy="10972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216152"/>
            <a:ext cx="10634472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una transferencia bancaria: restar 100 € de una cuenta y sumarlos a otra son dos operaciones, y si falla justo después de restar, el dinero desaparece. Una transacción las agrupa: todo o nada.</a:t>
            </a:r>
            <a:endParaRPr lang="en-US" sz="1600" dirty="0"/>
          </a:p>
        </p:txBody>
      </p:sp>
      <p:pic>
        <p:nvPicPr>
          <p:cNvPr id="7" name="Image 0" descr="C:/Users/Aitor/docxgen/img/crud-transaccion-commit-rollb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3838" y="2377440"/>
            <a:ext cx="7941276" cy="18288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434840"/>
            <a:ext cx="2601468" cy="182880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4526280"/>
            <a:ext cx="23271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Atomicidad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31520" y="5029200"/>
            <a:ext cx="2235708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ejecuta entera, o no se ejecuta nada.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78708" y="4434840"/>
            <a:ext cx="2601468" cy="182880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15868" y="4526280"/>
            <a:ext cx="23271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Consistencia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61588" y="5029200"/>
            <a:ext cx="2235708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 de un estado válido a otro, nunca a uno a medias.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08776" y="4434840"/>
            <a:ext cx="2601468" cy="182880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45936" y="4526280"/>
            <a:ext cx="23271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Aislamiento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391656" y="5029200"/>
            <a:ext cx="2235708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transacciones a la vez no se interfieren.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9038844" y="4434840"/>
            <a:ext cx="2601468" cy="182880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76004" y="4526280"/>
            <a:ext cx="23271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Durabilidad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9221724" y="5029200"/>
            <a:ext cx="2235708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Confirmada (commit), sobrevive aunque el sistema se caiga.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esto lo gestiona Spring: @Transactional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Operaciones CRUD y transacciones</a:t>
            </a:r>
            <a:endParaRPr lang="en-US" sz="1100" dirty="0"/>
          </a:p>
        </p:txBody>
      </p:sp>
      <p:pic>
        <p:nvPicPr>
          <p:cNvPr id="5" name="Image 0" descr="C:/Users/Aitor/docxgen/img/crud-transactional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0202" y="1143000"/>
            <a:ext cx="8248547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3063240"/>
            <a:ext cx="3514344" cy="14173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3154680"/>
            <a:ext cx="3240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la transacción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3657600"/>
            <a:ext cx="31485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ejecutar el método.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37304" y="3063240"/>
            <a:ext cx="3514344" cy="14173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74464" y="3154680"/>
            <a:ext cx="3240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automático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520184" y="3657600"/>
            <a:ext cx="31485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método termina correctamente.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125968" y="3063240"/>
            <a:ext cx="3514344" cy="141732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3128" y="3154680"/>
            <a:ext cx="3240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Rollback automático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308848" y="3657600"/>
            <a:ext cx="31485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termina con una RuntimeException (p. ej. ResponseStatusException).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4663440"/>
            <a:ext cx="5852160" cy="16459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8640" y="4663440"/>
            <a:ext cx="73152" cy="16459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4754880"/>
            <a:ext cx="5394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@Transactional</a:t>
            </a:r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(rollbackFor = IOException.</a:t>
            </a:r>
            <a:pPr indent="0" marL="0">
              <a:buNone/>
            </a:pPr>
            <a:r>
              <a:rPr lang="en-US" sz="125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5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importarLibros() </a:t>
            </a:r>
            <a:pPr indent="0" marL="0">
              <a:buNone/>
            </a:pPr>
            <a:r>
              <a:rPr lang="en-US" sz="125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throws</a:t>
            </a:r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IOException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i="1" dirty="0">
                <a:solidFill>
                  <a:srgbClr val="7890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75120" y="4663440"/>
            <a:ext cx="4965192" cy="16459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58000" y="4718304"/>
            <a:ext cx="4599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Excepciones comprobadas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858000" y="5084064"/>
            <a:ext cx="4599432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hacen rollback por defecto: indícalo con rollbackFor. En JDBC puro harás commit y rollback a mano.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Transacciones de solo lectura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Operaciones CRUD y transacciones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6035040" cy="15544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88720"/>
            <a:ext cx="73152" cy="155448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280160"/>
            <a:ext cx="5577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@Transactional</a:t>
            </a:r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(readOnly = true)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LibroResponseDTO findById(Long id)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500" i="1" dirty="0">
                <a:solidFill>
                  <a:srgbClr val="7890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0" y="1188720"/>
            <a:ext cx="4782312" cy="155448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0" y="1243584"/>
            <a:ext cx="4416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se espera consultar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040880" y="1746504"/>
            <a:ext cx="4416552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optimizaciones a Spring y a Hibernate y deja clara la intención del código.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0896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Operación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Anotación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Consultar datos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@Transactional(readOnly = true)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Crear, actualizar o eliminar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@Transactional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48640" y="5486400"/>
            <a:ext cx="11091672" cy="7772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" y="5559552"/>
            <a:ext cx="10634472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Esa es la regla de todo el CRUD: readOnly para leer, @Transactional a secas para escribir.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piezas juntas: el LibroController completo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Operaciones CRUD y transacciones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5408676" cy="40233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43000"/>
            <a:ext cx="73152" cy="40233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234440"/>
            <a:ext cx="4951476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@RestController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@RequestMapping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"/api/v1/libros"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@RequiredArgsConstructor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LibroController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LibroService libroService;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@GetMapping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ResponseEntity&lt;List&lt;LibroResponseDTO&gt;&gt;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getAll()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ResponseEntity.ok(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libroService.findAll());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@GetMapping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"/{id}"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ResponseEntity&lt;LibroResponseDTO&gt;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getById(</a:t>
            </a:r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@PathVariable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Long id)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ResponseEntity.ok(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libroService.findById(id));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31636" y="1143000"/>
            <a:ext cx="5408676" cy="40233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1636" y="1143000"/>
            <a:ext cx="73152" cy="40233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5956" y="1234440"/>
            <a:ext cx="4951476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@PostMapping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ResponseEntity&lt;LibroResponseDTO&gt; create(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@Valid</a:t>
            </a:r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@RequestBody</a:t>
            </a:r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LibroCreateDTO dto)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.status(HttpStatus.CREATED)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.body(libroService.create(dto));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@PutMapping</a:t>
            </a:r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"/{id}"</a:t>
            </a:r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ResponseEntity&lt;LibroResponseDTO&gt; update(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@PathVariable</a:t>
            </a:r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Long id,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@Valid</a:t>
            </a:r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@RequestBody</a:t>
            </a:r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LibroCreateDTO dto)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ResponseEntity.ok(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libroService.update(id, dto));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@DeleteMapping</a:t>
            </a:r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"/{id}"</a:t>
            </a:r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ResponseEntity&lt;Void&gt; delete(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@PathVariable</a:t>
            </a:r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Long id)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libroService.delete(id);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ResponseEntity.noContent().build();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5349240"/>
            <a:ext cx="11091672" cy="9601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5422392"/>
            <a:ext cx="10634472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responde 201, update 200 y delete 204 sin cuerpo. El controller nunca habla con el repository ni construye SQL: solo traduce entre HTTP y LibroService. Con esto ya puedes abordar la Actividad 1.2.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viaje completo de un POST /api/v1/libros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Operaciones CRUD y transacciones</a:t>
            </a:r>
            <a:endParaRPr lang="en-US" sz="1100" dirty="0"/>
          </a:p>
        </p:txBody>
      </p:sp>
      <p:pic>
        <p:nvPicPr>
          <p:cNvPr id="5" name="Image 0" descr="C:/Users/Aitor/docxgen/img/crud-sequence-post-lib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3000"/>
            <a:ext cx="6928381" cy="5166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51341" y="1188720"/>
            <a:ext cx="3888971" cy="228600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934221" y="1243584"/>
            <a:ext cx="352321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principio a fin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934221" y="1746504"/>
            <a:ext cx="3523211" cy="1673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Todas las piezas del apartado juntas: desde que llega la petición hasta que el cliente recibe el 201.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751341" y="3657600"/>
            <a:ext cx="3888971" cy="256032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34221" y="3712464"/>
            <a:ext cx="352321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Siempre el mismo flujo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7934221" y="4215384"/>
            <a:ext cx="3523211" cy="1947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 → Service → Repository, cada uno hablando solo con el siguiente.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Operaciones CRUD y transacciones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5454396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1732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08760" y="1188720"/>
            <a:ext cx="43113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 = Create/Read/Update/Delete. En HTTP: POST, GET, PUT o PATCH, y DELETE.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85916" y="1188720"/>
            <a:ext cx="5454396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68796" y="141732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8796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146036" y="1188720"/>
            <a:ext cx="43113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repository (extends JpaRepository&lt;X, Long&gt;) da findAll, findById, save, existsById y deleteById sin escribir SQL.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468880"/>
            <a:ext cx="5454396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269748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697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08760" y="2468880"/>
            <a:ext cx="43113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Métodos sin cuerpo con un nombre convencional (findByEditorialId...) generan consultas; para filtros dinámicos, Specifications y @Query.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85916" y="2468880"/>
            <a:ext cx="5454396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68796" y="269748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8796" y="2697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46036" y="2468880"/>
            <a:ext cx="43113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Devolver la entidad tal cual expone campos internos: se convierte a un DTO. Un record es una clase inmutable en una línea.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3749040"/>
            <a:ext cx="5454396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397764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508760" y="3749040"/>
            <a:ext cx="43113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 Validation (@NotBlank, @PositiveOrZero...) con @Valid rechaza datos basura con un 400 antes de ejecutar tu código.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85916" y="3749040"/>
            <a:ext cx="5454396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68796" y="397764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68796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146036" y="3749040"/>
            <a:ext cx="43113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«No encontrado» se resuelve con orElseThrow o existsById lanzando ResponseStatusException(NOT_FOUND).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5454396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" y="525780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5257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508760" y="5029200"/>
            <a:ext cx="43113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transacción es una unidad todo o nada: commit si todo va bien, rollback si algo falla. ACID la garantiza.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85916" y="5029200"/>
            <a:ext cx="5454396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68796" y="525780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68796" y="5257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146036" y="5029200"/>
            <a:ext cx="43113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@Transactional lo gestiona Spring; readOnly = true marca la lectura. El flujo es siempre Controller → Service → Repository.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Operaciones CRUD y gestión de transacciones</dc:title>
  <dc:subject>PptxGenJS Presentation</dc:subject>
  <dc:creator>Acceso a Datos</dc:creator>
  <cp:lastModifiedBy>Acceso a Datos</cp:lastModifiedBy>
  <cp:revision>1</cp:revision>
  <dcterms:created xsi:type="dcterms:W3CDTF">2026-09-21T19:50:42Z</dcterms:created>
  <dcterms:modified xsi:type="dcterms:W3CDTF">2026-09-21T19:50:42Z</dcterms:modified>
</cp:coreProperties>
</file>