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2035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0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 —  TEMA 0: INTRODUCCIÓN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Ramas en Git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en paralelo — Fusiones — Resolución de conflictos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una rama?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036633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128073"/>
            <a:ext cx="10634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rama es una etiqueta que apunta a un commit concreto y avanza automáticamente cada vez que haces un nuevo commit estando en ella.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042473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ramas, cualquier cambio a medias queda mezclado con el código estable. Con ramas, tienes tu propio espacio de trabajo aislado.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728273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31520" y="2728273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funciona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322633"/>
            <a:ext cx="1109167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rama por defecto se llama main (o master en repos más antiguos).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crear una rama nueva, Git pone otra etiqueta en el commit donde estás.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partir de ahí, cada rama puede avanzar de forma independiente.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y la rama nueva parten del mismo punto y evolucionan por su lado sin pisarse.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906971"/>
            <a:ext cx="11091672" cy="1417320"/>
          </a:xfrm>
          <a:prstGeom prst="roundRect">
            <a:avLst/>
          </a:prstGeom>
          <a:solidFill>
            <a:srgbClr val="FBEAEA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822960" y="5089851"/>
            <a:ext cx="10543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A  →  Commit B  →  Commit C  (main sigue aquí)
</a:t>
            </a:r>
            <a:r>
              <a:rPr lang="en-US" sz="1700" dirty="0">
                <a:solidFill>
                  <a:srgbClr val="E64A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↓
</a:t>
            </a:r>
            <a:r>
              <a:rPr lang="en-US" sz="1700" b="1" dirty="0">
                <a:solidFill>
                  <a:srgbClr val="E64A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Commit D  →  Commit E  (rama experimento)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HEAD?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19403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952659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044099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es un puntero especial que indica en qué rama (y commit) estás trabajando ahora mismo.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109167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verás constantemente en git log, git status y git lga.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-&gt; main  significa: "Estoy en la rama main y el commit actual es este."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cambias de rama con git switch, HEAD se mueve contigo.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no es la rama — es el puntero que dice 'aquí estás tú'.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24052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31520" y="324052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Situaciones habituales de HEAD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99256"/>
              </p:ext>
            </p:extLst>
          </p:nvPr>
        </p:nvGraphicFramePr>
        <p:xfrm>
          <a:off x="548640" y="3789160"/>
          <a:ext cx="11091672" cy="2633472"/>
        </p:xfrm>
        <a:graphic>
          <a:graphicData uri="http://schemas.openxmlformats.org/drawingml/2006/table">
            <a:tbl>
              <a:tblPr/>
              <a:tblGrid>
                <a:gridCol w="3660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1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ves en git lga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significa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 -&gt; main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Estás en main, en el commit más reciente de esa rama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 -&gt; experimento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Estás en la rama experimento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 -&gt; main, experimento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Ambas ramas apuntan al mismo commit (la rama recién se ha creado)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Comandos básicos de ramas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868680"/>
          <a:ext cx="11091672" cy="4160520"/>
        </p:xfrm>
        <a:graphic>
          <a:graphicData uri="http://schemas.openxmlformats.org/drawingml/2006/table">
            <a:tbl>
              <a:tblPr/>
              <a:tblGrid>
                <a:gridCol w="310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585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75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Comando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hace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 usarlo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branch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Lista las ramas y marca cuál es la activa (*)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 ver en cuál estás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branch &lt;nombre&gt;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 una nueva rama en el commit actual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 de empezar algo nuevo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switch &lt;nombre&gt;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 mueve a una rama existente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 cambiar de contexto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switch -c &lt;nombre&gt;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 la rama Y te mueve en un solo paso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Atajo para los dos anteriores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branch -d &lt;nombre&gt;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Borra la rama (seguro: solo si está fusionada)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Tras hacer merge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branch -D &lt;nombre&gt;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Borra la rama forzado (aunque no esté fusionada)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 descartar trabajo intencionalmente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49240"/>
            <a:ext cx="11091672" cy="10058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777240" y="5440680"/>
            <a:ext cx="106344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Con -d (minúscula), Git se niega a borrar si la rama tiene commits que no están en ninguna otra rama — te protege de perder trabajo.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-D (mayúscula), borra sin preguntar. Úsala solo cuando estás seguro.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Visualizar el historial: alias git lga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entender qué pasa con las ramas necesitas ver el grafo de commits. El comando completo es: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35608"/>
            <a:ext cx="11091672" cy="548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1435608"/>
            <a:ext cx="64008" cy="5486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49808" y="1527048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--graph --oneline --all --decorate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185416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más práctico es crear un alias llamado lga. Ejecútalo una sola vez: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706624"/>
            <a:ext cx="11091672" cy="548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548640" y="2706624"/>
            <a:ext cx="64008" cy="5486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49808" y="2798064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alias.lga "log --graph --oneline --all --decorate"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83864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777240" y="3575304"/>
            <a:ext cx="10634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grafo crece de abajo hacia arriba: el commit más reciente aparece primero. Las etiquetas (main, HEAD, nombres de rama) aparecen junto al commit al que apuntan.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4489704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Así se ve git lga con dos ramas:</a:t>
            </a:r>
            <a:endParaRPr lang="en-US" sz="140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3746" y="4946904"/>
            <a:ext cx="3561460" cy="13624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completo — Paso 1: punto de partida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5836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Siempre partimos de main limpio. Comprobamos que no hay cambios pendientes antes de crear la rama.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1091672" cy="5943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709928"/>
            <a:ext cx="64008" cy="5943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49808" y="1801368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lga</a:t>
            </a:r>
            <a:endParaRPr lang="en-US" sz="14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871" y="2532888"/>
            <a:ext cx="9991210" cy="38221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completo — Paso 2: crear la rama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5836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branch crea una nueva etiqueta en el commit actual. HEAD sigue en main — no te has movido.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1091672" cy="548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709928"/>
            <a:ext cx="64008" cy="5486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49808" y="1801368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experimento-fondo</a:t>
            </a:r>
            <a:endParaRPr lang="en-US" sz="14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41817"/>
            <a:ext cx="11091672" cy="37586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completo — Paso 3: moverse a la rama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5836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switch mueve HEAD a la nueva rama. Los archivos cambian al estado de esa rama (ahora mismo es el mismo que main).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1091672" cy="548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709928"/>
            <a:ext cx="64008" cy="5486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49808" y="1801368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experimento-fondo</a:t>
            </a:r>
            <a:endParaRPr lang="en-US" sz="14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52117"/>
            <a:ext cx="11091672" cy="35380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completo — Paso 4: commits en la rama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658368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rama activa avanza con cada commit. main se queda intacta — esos cambios no la tocan.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1091672" cy="5943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709928"/>
            <a:ext cx="64008" cy="5943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49808" y="1801368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estilos.css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"Fondo cambiado a rojo"</a:t>
            </a:r>
            <a:endParaRPr lang="en-US" sz="14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22093"/>
            <a:ext cx="11091672" cy="36437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completo — Pasos 5 y 6: volver y fusionar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Volver a main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4991252" cy="548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64008" cy="5486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49808" y="1508760"/>
            <a:ext cx="46254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761726" y="1490472"/>
            <a:ext cx="565675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archivos recuperan el estado de main. Los cambios siguen seguros en la rama.</a:t>
            </a:r>
            <a:endParaRPr lang="en-US" sz="14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3792" y="2148840"/>
            <a:ext cx="6921368" cy="21031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448056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731520" y="448056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Fusionar (Fast-forward)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5029200"/>
            <a:ext cx="4991252" cy="548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548640" y="5029200"/>
            <a:ext cx="64008" cy="5486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749808" y="5120640"/>
            <a:ext cx="46254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experimento-fondo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761726" y="5102352"/>
            <a:ext cx="565675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no ha avanzado → Git mueve el puntero hacia adelante. No se crea ningún commit extra.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completo — Resultado de la fusión y limpieza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9819" y="868680"/>
            <a:ext cx="4109314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370332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731520" y="370332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Limpiar — borrar la rama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4297680"/>
            <a:ext cx="11091672" cy="548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548640" y="4297680"/>
            <a:ext cx="64008" cy="5486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749808" y="438912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-d experimento-fondo</a:t>
            </a:r>
            <a:endParaRPr lang="en-US" sz="14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5958" y="4937760"/>
            <a:ext cx="4863337" cy="181264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Fusiones: Fast-forward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comando es siempre el mismo: primero te sitúas en la rama destino, luego fusionas: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091672" cy="5943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1389888"/>
            <a:ext cx="64008" cy="5943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nombre-de-la-rama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185416"/>
            <a:ext cx="11091672" cy="8229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777240" y="2276856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Fast-forward ocurre cuando main NO ha avanzado desde que creaste tu rama. Git simplemente mueve el puntero hacia adelante. El historial queda lineal y limpio — sin commit de fusión.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282696"/>
            <a:ext cx="5385816" cy="3026664"/>
          </a:xfrm>
          <a:prstGeom prst="rect">
            <a:avLst/>
          </a:prstGeom>
          <a:solidFill>
            <a:srgbClr val="FBEAEA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48640" y="3419856"/>
            <a:ext cx="53858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del merge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3922776"/>
            <a:ext cx="5111496" cy="2203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  (main)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\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 → D  (feature, HEAD)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254496" y="3282696"/>
            <a:ext cx="5385816" cy="3026664"/>
          </a:xfrm>
          <a:prstGeom prst="rect">
            <a:avLst/>
          </a:prstGeom>
          <a:solidFill>
            <a:srgbClr val="E8F5E9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6254496" y="3419856"/>
            <a:ext cx="53858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64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 del merge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91656" y="3922776"/>
            <a:ext cx="5111496" cy="2203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 → C → 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(main, feature, HEAD)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80176" y="4567428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Fusiones: 3-way merge — antes del merge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083285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174725"/>
            <a:ext cx="10634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Ocurre cuando main SÍ ha avanzado mientras trabajabas en tu rama. Las dos líneas han divergido: cada una tiene commits que la otra no tiene.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117119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Así se ve el grafo cuando las dos ramas han divergido:</a:t>
            </a:r>
            <a:endParaRPr lang="en-US" sz="1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29354"/>
            <a:ext cx="11091672" cy="327381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Fusiones: 3-way merge — el commit de unión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7315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necesita crear un commit de fusión con DOS padres — uno de cada rama. El grafo mostrará el bucle cerrado.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en el historial tras el merge:</a:t>
            </a:r>
            <a:endParaRPr lang="en-US" sz="1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5321" y="2331720"/>
            <a:ext cx="659831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editor del merge commit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Git necesita crear un merge commit, abre tu editor de terminal para que confirmes el mensaje: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4586" y="1463040"/>
            <a:ext cx="8479780" cy="292608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7967134"/>
              </p:ext>
            </p:extLst>
          </p:nvPr>
        </p:nvGraphicFramePr>
        <p:xfrm>
          <a:off x="548640" y="4551473"/>
          <a:ext cx="11091672" cy="2139696"/>
        </p:xfrm>
        <a:graphic>
          <a:graphicData uri="http://schemas.openxmlformats.org/drawingml/2006/table">
            <a:tbl>
              <a:tblPr/>
              <a:tblGrid>
                <a:gridCol w="33275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64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Guardar y salir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Vim (el más habitual)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Pulsa Esc, escribe  :wq  y pulsa Enter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Nano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Ctrl + O para guardar,  Enter para confirmar,  Ctrl + X para salir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Conflictos: qué son y cuándo ocurren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20607"/>
            <a:ext cx="11091672" cy="8229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212047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conflicto ocurre cuando Git intenta fusionar dos ramas y encuentra que las mismas líneas de un mismo archivo han sido modificadas de forma diferente en cada una.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44735"/>
            <a:ext cx="11091672" cy="8229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77240" y="2236175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tú has cambiado la línea 5 de estilos.css en tu rama, y tu compañero también ha cambiado la línea 5 en main, Git no puede elegir por ti. Tendrás que resolver el conflicto a mano.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cada uno ha tocado líneas distintas, Git las combina sin problema.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168863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731520" y="3168863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 de resolución — siempre el mismo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696443"/>
              </p:ext>
            </p:extLst>
          </p:nvPr>
        </p:nvGraphicFramePr>
        <p:xfrm>
          <a:off x="548640" y="3717503"/>
          <a:ext cx="11091672" cy="2414016"/>
        </p:xfrm>
        <a:graphic>
          <a:graphicData uri="http://schemas.openxmlformats.org/drawingml/2006/table">
            <a:tbl>
              <a:tblPr/>
              <a:tblGrid>
                <a:gridCol w="8873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043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haces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detiene la operación y te avisa del conflicto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Abres el archivo — dentro ves las marcas  &lt;&lt;&lt;&lt;&lt;&lt;&lt;  /  =======  /  &gt;&gt;&gt;&gt;&gt;&gt;&gt;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Editas el archivo: borras las marcas y dejas la versión final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Añades el archivo resuelto:   git add archivo.txt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Cierras el merge:   git commit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Conflictos: las marcas del conflicto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abres el archivo en conflicto, ves esto: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1091672" cy="15087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64008" cy="15087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49808" y="1417320"/>
            <a:ext cx="1072591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HEAD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Cambios en tu rama actual (main)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Cambios en la rama que entra (nueva-rama)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nueva-rama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800486"/>
              </p:ext>
            </p:extLst>
          </p:nvPr>
        </p:nvGraphicFramePr>
        <p:xfrm>
          <a:off x="548640" y="2960604"/>
          <a:ext cx="11091672" cy="2743200"/>
        </p:xfrm>
        <a:graphic>
          <a:graphicData uri="http://schemas.openxmlformats.org/drawingml/2006/table">
            <a:tbl>
              <a:tblPr/>
              <a:tblGrid>
                <a:gridCol w="33275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64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significa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&lt;&lt;&lt;&lt;&lt;&lt;&lt; HEAD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Empieza la versión de la rama donde estás (main)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=======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Separador entre las dos versiones en conflicto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&gt;&gt;&gt;&gt;&gt;&gt;&gt; nueva-rama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Empieza la versión de la rama que intentas fusionar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5903477"/>
            <a:ext cx="11091672" cy="8229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777240" y="5994917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tarea: borrar las tres marcas y dejar solo la versión final del texto. Puedes quedarte con una de las dos versiones, o escribir una tercera que combine lo mejor de ambas.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Conflictos: ejemplo — preparar el escenario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Crear el archivo y primer commit en main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3304" y="1444752"/>
            <a:ext cx="7042343" cy="2194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913632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731520" y="3913632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Crear rama y modificar la misma línea</a:t>
            </a:r>
            <a:endParaRPr lang="en-US" sz="16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5009" y="4489704"/>
            <a:ext cx="5778935" cy="186537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Conflictos: ejemplo — cambiar la misma línea en main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713232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960120"/>
            <a:ext cx="106344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Volvemos a main y cambiamos la misma línea. Ahora las dos ramas tienen versiones distintas de esa línea.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1520" y="178308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En main, cambiar la misma línea — y ver las ramas divergidas</a:t>
            </a:r>
            <a:endParaRPr lang="en-US" sz="16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053" y="2359152"/>
            <a:ext cx="7020845" cy="3995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Conflictos: ejemplo — Git detecta el conflicto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29939"/>
            <a:ext cx="11091672" cy="777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230708"/>
            <a:ext cx="106344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intentar fusionar, Git para y avisa. El repositorio queda en estado MERGING hasta que resuelvas el conflicto y cierres el merge.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57638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1520" y="2257638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Intentar fusionar → CONFLICT</a:t>
            </a:r>
            <a:endParaRPr lang="en-US" sz="16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04689"/>
            <a:ext cx="11091672" cy="296886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Conflictos: ejemplo — editar y resolver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El archivo con las marcas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0335" y="1417320"/>
            <a:ext cx="6828282" cy="22860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93192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Archivo resuelto — quedas solo con la versión final</a:t>
            </a:r>
            <a:endParaRPr lang="en-US" sz="16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3170" y="4480560"/>
            <a:ext cx="4442612" cy="18745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Conflictos: ejemplo — cerrar el merge y ver el resultado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Añadir el archivo resuelto y cerrar el merge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11091672" cy="5943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64008" cy="5943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49808" y="1508760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titulo.txt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"Resuelve conflicto en titulo.txt"</a:t>
            </a:r>
            <a:endParaRPr lang="en-US" sz="14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258" y="2148840"/>
            <a:ext cx="8090263" cy="2927013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5362304"/>
            <a:ext cx="11091672" cy="713232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777240" y="5453744"/>
            <a:ext cx="106344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historial queda intacto: el commit del conflicto, los commits de cada rama, y el merge commit que los une. Todo queda trazado.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Conflictos: el historial tras resolverlo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grafo muestra el merge commit uniendo las dos líneas — el nudo cerrado confirma que el proceso ha terminado: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97182"/>
            <a:ext cx="7530224" cy="1931818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5328" y="3547577"/>
            <a:ext cx="7050817" cy="190254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85800" y="5568696"/>
            <a:ext cx="11091672" cy="713232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5"/>
          <p:cNvSpPr/>
          <p:nvPr/>
        </p:nvSpPr>
        <p:spPr>
          <a:xfrm>
            <a:off x="914400" y="5660136"/>
            <a:ext cx="106344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hay conflictos en varios archivos a la vez: resuelve uno a uno, haz git add de cada uno que termines, y solo al final haz git commit.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Ramas desde IntelliJ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95251"/>
            <a:ext cx="11091672" cy="685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286691"/>
            <a:ext cx="10634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obligatorio usar la terminal para todo. IntelliJ tiene integración completa con Git.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155371"/>
            <a:ext cx="11091672" cy="4114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31520" y="2155371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acceder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749731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barra inferior de IntelliJ verás el nombre de la rama actual. Haz clic en él para: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344091"/>
            <a:ext cx="1109167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todas las ramas locales y remotas.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una rama nueva (New Branch).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Cambiar de rama con un clic (Checkout).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Fusionar o hacer rebase desde el menú contextual.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5212080"/>
            <a:ext cx="11091672" cy="8229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77240" y="530352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comandos que hace IntelliJ por debajo son exactamente los mismos que has practicado en terminal. Entenderlos te ayuda a saber qué está pasando cuando algo falla en la interfaz gráfica.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0 — Ramas en Git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5454396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658368" y="1188720"/>
            <a:ext cx="52715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Ramas y HEAD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85916" y="1188720"/>
            <a:ext cx="5454396" cy="43891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6295644" y="1188720"/>
            <a:ext cx="52715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Fusiones y conflictos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1810512"/>
            <a:ext cx="5454396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branch &lt;nombre&gt;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crea rama sin moverte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switch &lt;nombre&gt;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cambia de rama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switch -c &lt;nombre&gt;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crea y cambia en uno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apunta siempre a tu rama y commit actual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lga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grafo visual de todas las ramas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85916" y="1810512"/>
            <a:ext cx="5454396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Fast-forward: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main no ha avanzado → puntero se mueve, historial lineal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3-way merge: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ambas ramas han avanzado → Git crea un merge commit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Conflicto: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mismas líneas modificadas → resuelves a mano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branch -d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borrado seguro (solo si fusionada)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branch -D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borrado forzado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5301655"/>
            <a:ext cx="11091672" cy="7315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77240" y="5393095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flujo básico:  git switch -c mi-rama  →  commits  →  git switch main  →  git merge mi-rama  →  git branch -d mi-rama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2017</Words>
  <Application>Microsoft Office PowerPoint</Application>
  <PresentationFormat>Panorámica</PresentationFormat>
  <Paragraphs>244</Paragraphs>
  <Slides>25</Slides>
  <Notes>25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28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Acceso a Datos</dc:creator>
  <cp:lastModifiedBy>VENTURA EDO, AITOR</cp:lastModifiedBy>
  <cp:revision>2</cp:revision>
  <dcterms:created xsi:type="dcterms:W3CDTF">2026-07-08T09:17:17Z</dcterms:created>
  <dcterms:modified xsi:type="dcterms:W3CDTF">2026-07-08T09:52:45Z</dcterms:modified>
</cp:coreProperties>
</file>