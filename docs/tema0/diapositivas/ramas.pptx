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62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GIT Y GITHUB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en Git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Ramas en Git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una rama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ramas permiten trabajar en una funcionalidad, arreglar un error o experimentar sin tocar el código que ya funciona. Sin ramas, cualquier cambio a medias quedaría mezclado con el código estable.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91672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rama es una etiqueta que apunta a un commit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843784"/>
            <a:ext cx="1072591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 automáticamente cada vez que haces un commit estando en ella. La rama por defecto se llama main.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91672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73152" cy="10972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        A ── B ──────── 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\\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experimento:         \\── Cambio experimental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y experimento parten del mismo punto (Commit B) y cada una avanza por su lado sin pisarse.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HEAD?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es un puntero especial que indica en qué rama (y commit) estás trabajando ahora mismo. Lo verás en la salida de git log, git status y git lga.</a:t>
            </a:r>
            <a:endParaRPr lang="en-US" sz="1800" dirty="0"/>
          </a:p>
        </p:txBody>
      </p:sp>
      <p:pic>
        <p:nvPicPr>
          <p:cNvPr id="7" name="Image 0" descr="C:/Users/Aitor/Documents/apuntes-profe/acceso-a-datos/docs/tema0/img/tema0_ramas_head_pu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980" y="2194560"/>
            <a:ext cx="8500991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3712464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ramas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ver en cuál estás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 &lt;nombre&gt;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empezar algo nuevo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switch &lt;nombre&gt;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 de 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moverte a otro contexto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switch -c &lt;nombre&gt;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y cambia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Atajo para los dos pasos anteriores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 -d &lt;nombre&gt;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Borra rama (seguro)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 fusionar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 -D &lt;nombre&gt;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Borra rama (forzado)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descartar trabajo intencionalmente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1672" cy="100584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3492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switch, no git checkout
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hacía demasiadas cosas distintas (cambiar de rama, recuperar archivos, moverse a un commit suelto). Git 2.23 separó switch (ramas) y restore (archivos): switch es más claro.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Visualizando el historial: el alias git lga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comando completo es largo — se convierte en un alias, una sola vez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3152" cy="1188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</a:t>
            </a: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--graph --oneline --all --decorate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</a:t>
            </a:r>
            <a:r>
              <a:rPr lang="en-US" sz="16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--global</a:t>
            </a: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alias.lga </a:t>
            </a:r>
            <a:r>
              <a:rPr lang="en-US" sz="16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 --graph --oneline --all --decorate"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91672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316382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ahí: git lga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666744"/>
            <a:ext cx="1072591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muestra un mapa visual de todas las ramas, en cualquier repositorio. Es el comando que más vas a usar para entender qué está pasando.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de una rama: crear y moverte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Estás desarrollando una web y quieres experimentar con el color de fondo sin romper lo que ya funciona. Partes de main, con todo funcionando.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1-2. Crear la rama (no te mueve a ella)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62432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 experimento-fondo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408676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3346704"/>
            <a:ext cx="5042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posición todavía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50429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y experimento-fondo apuntan al mismo commit. Sigues en main.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31636" y="214884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Moverte a la nueva rama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1636" y="253288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231636" y="253288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05956" y="262432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experimento-fondo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3291840"/>
            <a:ext cx="5408676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14516" y="3346704"/>
            <a:ext cx="5042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to branch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516" y="3803904"/>
            <a:ext cx="50429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muestra ahora On branch experimento-fondo.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Trabajar en la rama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22960" y="53949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 estilos.css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</a:t>
            </a: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"Fondo cambiado a rojo"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de una rama: fusionar y limpiar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5-6. Volver a main y fusionar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64208"/>
            <a:ext cx="49514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main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merge experimento-fondo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08676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261518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Fast-forward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118104"/>
            <a:ext cx="504291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no ha avanzado mientras trabajabas: Git solo mueve la etiqueta main hasta donde está experimento-fondo. Ningún commit extra.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Limpieza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</a:t>
            </a: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</a:t>
            </a: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experimento-fondo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2377440"/>
            <a:ext cx="5408676" cy="18745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14516" y="243230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ya está en main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4516" y="2935224"/>
            <a:ext cx="504291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rama ha cumplido su función. Se borra sin problema porque -d comprueba que ya está fusionada.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1672" cy="10058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77240" y="514807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volver a main, si abres estilos.css el fondo rojo ha desaparecido: tus cambios están seguros en experimento-fondo, Git solo ha restaurado los archivos al estado de main.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Fusiones: fast-forward frente a 3-way merge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 main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merge nombre-de-la-rama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08676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24942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Fast-forward — historial lineal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752344"/>
            <a:ext cx="5042916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no ha avanzado desde que creaste tu rama. Git mueve el puntero hacia adelante. Historial lineal, sin commit extra.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1636" y="2194560"/>
            <a:ext cx="5408676" cy="22860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14516" y="224942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 merge — commit de unión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4516" y="2752344"/>
            <a:ext cx="5042916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sí ha avanzado. Las líneas han divergido: Git busca el ancestro común, compara los cambios de cada lado y crea un merge commit que los une.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1672" cy="11887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77240" y="4828032"/>
            <a:ext cx="1063447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Git necesita crear un merge commit, abre tu editor de terminal (Vim o Nano) para que confirmes el mensaje.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cuándo ocurren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conflicto ocurre cuando las mismas líneas de un mismo archivo han sido modificadas de forma distinta en cada rama. Git no sabe cuál quedarse y para para que decidas tú.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91672" cy="14173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73152" cy="14173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Cambios en tu rama actual (main)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Cambios en la rama que entra (nueva-rama)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nueva-rama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Edita el archivo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las marcas &lt;&lt;&lt;, === y &gt;&gt;&gt;, deja solo la versión final.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37304" y="402336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474464" y="41148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git add archivo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0184" y="4663440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el archivo resuelto al staging.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5968" y="4023360"/>
            <a:ext cx="3514344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63128" y="41148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git commit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08848" y="4663440"/>
            <a:ext cx="3148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el merge con un commit.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 real: la misma línea, dos versiones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titulo.txt: </a:t>
            </a:r>
            <a:r>
              <a:rPr lang="en-US" sz="15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 Planeta"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31636" y="118872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cambio-titulo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1636" y="1572768"/>
            <a:ext cx="5408676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231636" y="1572768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505956" y="1664208"/>
            <a:ext cx="49514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titulo.txt: </a:t>
            </a:r>
            <a:r>
              <a:rPr lang="en-US" sz="15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 Universo"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11091672" cy="10515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merge cambio-titulo → CONFLICT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línea ha sido modificada de forma distinta en ambas ramas. Git detiene la fusión y marca el archivo afectado.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91672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31520" y="36667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cada uno toca líneas distintas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169664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las combina sin problema y no hay conflicto: el conflicto solo aparece cuando coincide la misma línea.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1672" cy="10058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96519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resolverlo (por ejemplo, dejando «Hola Planeta!»), el historial vuelve a unirse: git lga muestra el merge commit uniendo las dos líneas.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desde IntelliJ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2801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obligatorio usar la terminal para todo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tiene integración completa con Git: puedes gestionar ramas desde la interfaz gráfica.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514344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inferior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rama actual. Clic para ver todas las locales y remotas.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7304" y="2697480"/>
            <a:ext cx="3514344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474464" y="278892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Branch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0184" y="329184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rama nueva desde el menú.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5968" y="2697480"/>
            <a:ext cx="3514344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63128" y="278892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8848" y="329184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de rama con un clic.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77240" y="446227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comandos que hace IntelliJ por debajo son exactamente los mismos que has practicado en terminal. Entenderlos ayuda a saber qué está pasando cuando algo falla en la GUI.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&lt;nombre&gt; crea una rama sin moverte a ella; git switch &lt;nombre&gt; te mueve.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68796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68796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6036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 &lt;nombre&gt; crea y cambia en un solo paso.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apunta siempre a la rama y commit donde estás trabajando ahora.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68796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68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merge &lt;rama&gt; trae los cambios de esa rama a la rama donde estás.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Fast-forward: main no ha avanzado, Git mueve el puntero. Historial lineal.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68796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6879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6036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commit: ambas ramas han avanzado, Git crea un commit de unión.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conflictos ocurren cuando dos ramas tocan las mismas líneas del mismo archivo.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368796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368796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46036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-d borra si ya está fusionada; -D borra sin comprobar. git lga muestra el grafo de ramas.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Panorámica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Ramas en Git</dc:title>
  <dc:subject>PptxGenJS Presentation</dc:subject>
  <dc:creator>Acceso a Datos</dc:creator>
  <cp:lastModifiedBy>VENTURA EDO, AITOR</cp:lastModifiedBy>
  <cp:revision>2</cp:revision>
  <dcterms:created xsi:type="dcterms:W3CDTF">2026-09-22T09:00:37Z</dcterms:created>
  <dcterms:modified xsi:type="dcterms:W3CDTF">2026-09-22T09:08:51Z</dcterms:modified>
</cp:coreProperties>
</file>