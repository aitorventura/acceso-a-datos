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GIT Y GITHUB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 y gestión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proyectos en GitHub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Colaboración y Gestión de Proyectos en GitHub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Forks: una copia bajo tu cuenta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Fork es una copia de un repositorio ajeno que GitHub crea dentro de tu propia cuenta. Vive en el servidor, bajo tu usuario, y tienes control total sobre él.</a:t>
            </a:r>
            <a:endParaRPr lang="en-US" sz="1700" dirty="0"/>
          </a:p>
        </p:txBody>
      </p:sp>
      <p:pic>
        <p:nvPicPr>
          <p:cNvPr id="7" name="Image 0" descr="C:/Users/Aitor/Documents/apuntes-profe/acceso-a-datos/docs/tema0/img/tema0_colaboracion_fork_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2476" y="2194560"/>
            <a:ext cx="596400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39496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46811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¿Fork o clone directo? Clona si ya eres colaborador con permisos de escritura. Haz fork cuando no tengas permisos: tu fork es la puerta de entrada para proponer cambios mediante Pull Request.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del fork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4630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4358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upstream?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1072591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repositorio original del que proviene tu fork. Tu copia es origin; el proyecto del que la hiciste es upstream.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ofrece el botón Sync fork en la página principal de tu repositorio bifurcado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362956" cy="17373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2900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fork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49971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 los cambios de upstream a tu origin, con un clic.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77356" y="3337560"/>
            <a:ext cx="5362956" cy="17373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4516" y="3429000"/>
            <a:ext cx="50886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 antes de empezar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60236" y="3977640"/>
            <a:ext cx="49971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ambos han avanzado por separado, puede haber conflictos — como con un git pull con cambios divergentes.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Requests: propuesta formal de fusión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Pull Request es una propuesta formal para integrar los commits de una rama en otra: «he hecho estos cambios; ¿los revisáis y los integráis en main?». Es el mecanismo estándar en la industria.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92572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77440"/>
            <a:ext cx="177942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28646" y="233172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40126" y="2331720"/>
            <a:ext cx="192572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13278" y="2377440"/>
            <a:ext cx="177942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fork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GitHub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20133" y="233172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 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31613" y="2331720"/>
            <a:ext cx="192572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4765" y="2377440"/>
            <a:ext cx="177942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copia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11619" y="233172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-c  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23099" y="2331720"/>
            <a:ext cx="192572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6251" y="2377440"/>
            <a:ext cx="177942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local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(trabajo)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03106" y="233172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 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714586" y="2331720"/>
            <a:ext cx="192572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7738" y="2377440"/>
            <a:ext cx="177942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5408676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7764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un fork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452628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contribuir a proyectos de terceros.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31636" y="3886200"/>
            <a:ext cx="5408676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8796" y="3977640"/>
            <a:ext cx="51343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una rama propia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14516" y="4526280"/>
            <a:ext cx="50429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trabajar en equipo dentro del mismo repositorio.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 → merge en main. Si piden cambios, vuelves a la rama local y haces push de nuevo.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una Pull Request: los cuatro selectores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4991252"/>
                <a:gridCol w="3327502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Selector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indica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repository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 va a ir el código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torvalds/linux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rama de destino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repository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Desde dónde ofreces los cambios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tu-usuario/linux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rama con tus commits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arreglo-bug-red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11091672" cy="7772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2511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PR es dentro del mismo repositorio (sin fork), base y head son el mismo repositorio y solo cambian las ramas.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166360"/>
            <a:ext cx="11091672" cy="10515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22122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y descripción claros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5724144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qué problema resuelve el cambio y cómo funciona: facilita la revisión y queda como documentación del proyecto.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Enlazar Pull Requests con Issues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73152" cy="5943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80160"/>
            <a:ext cx="106344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 </a:t>
            </a:r>
            <a:pPr indent="0" marL="0">
              <a:buNone/>
            </a:pPr>
            <a:r>
              <a:rPr lang="en-US" sz="22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14630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2082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automático al fusionar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523744"/>
            <a:ext cx="10725912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Escribiendo Closes #10 en la descripción de tu PR, GitHub cierra automáticamente el Issue #10 en el momento en que se aprueba el merge. Evita trabajo de gestión manual.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514344" cy="8229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49040"/>
            <a:ext cx="3240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3148584" cy="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/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37304" y="3657600"/>
            <a:ext cx="3514344" cy="8229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4464" y="3749040"/>
            <a:ext cx="3240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0184" y="4389120"/>
            <a:ext cx="3148584" cy="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/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25968" y="3657600"/>
            <a:ext cx="3514344" cy="8229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3128" y="3749040"/>
            <a:ext cx="32400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08848" y="4389120"/>
            <a:ext cx="3148584" cy="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/>
          </a:lstStyle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Cualquiera de las tres, seguida del número con #, activa el cierre automático.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proyecto: Issues y Projects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4436669"/>
                <a:gridCol w="4436669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 sirve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Registrar tareas, errores o propuestas de mejora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Visualizar y priorizar el trabajo del equipo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 de trabajo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ticket por tarea o bug, con su hilo de conversación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Tablero con columnas (To Do, In Progress, Done)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cierran con palabras clave en PRs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tarjetas enlazan a Issues y PRs; se mueven solas al fusionar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Siempre que hay algo por hacer o un bug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equipo necesita ver el estado global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80560"/>
            <a:ext cx="11091672" cy="10058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5371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Issue puede tener responsables (Assignees), etiquetas de colores (Labels: bug, enhancement, documentation) y fechas de entrega (Milestones).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Otras herramientas del repositorio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62956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50886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49971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de documentación con estructura de páginas: manuales, guías para nuevos colaboradores o FAQs. Mantiene el README.md limpio y navegable.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21945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463040"/>
            <a:ext cx="50886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60236" y="2148840"/>
            <a:ext cx="49971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en respuesta a eventos del repositorio: pasar tests en una PR, desplegar al fusionar, generar documentación. Lo veremos en la sección siguiente.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Protecciones de ramas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1615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varias personas hacen PRs hacia main, conviene blindar esa rama. En Settings → Rules los administradores pueden exigir: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483864" cy="16916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por PR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 el push directo a main.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52544" y="2103120"/>
            <a:ext cx="3483864" cy="16916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9704" y="219456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obligatoria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35424" y="27889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un compañero aprueba antes del merge.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56448" y="2103120"/>
            <a:ext cx="3483864" cy="16916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2194560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en verde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39328" y="27889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tests automatizados deben pasar antes de activar el merge.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1091672" cy="12344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23944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burocracia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" y="4626864"/>
            <a:ext cx="107259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que impide que un error de un miembro del equipo rompa el proyecto para todos los demás.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0: Colaboración en GitHub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3153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316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1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Fork: copia de un repositorio ajeno bajo tu cuenta. Tú tienes control total; el original no se toca.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08776" y="1234440"/>
            <a:ext cx="543153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5316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5316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68896" y="123444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fork: sincroniza tu fork con los nuevos commits del repositorio original (upstream).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543153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9466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946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69748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Request: propuesta formal para integrar una rama en otra. Pasa por revisión antes del merge.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08776" y="2697480"/>
            <a:ext cx="543153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299466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29946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68896" y="269748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#10 en la descripción de una PR cierra el Issue #10 automáticamente al hacer merge.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43153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4577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577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16052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Issues: sistema de seguimiento de tareas y errores, cada uno un ticket numerado.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208776" y="4160520"/>
            <a:ext cx="543153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44577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44577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68896" y="416052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tablero visual que agrupa Issues y PRs por estado.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543153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92074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9207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5623560"/>
            <a:ext cx="42885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protection: reglas que obligan a usar PRs y pasar tests antes de tocar main.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Colaboración y Gestión de Proyectos en GitHub</dc:title>
  <dc:subject>PptxGenJS Presentation</dc:subject>
  <dc:creator>Acceso a Datos</dc:creator>
  <cp:lastModifiedBy>Acceso a Datos</cp:lastModifiedBy>
  <cp:revision>1</cp:revision>
  <dcterms:created xsi:type="dcterms:W3CDTF">2026-09-22T09:03:56Z</dcterms:created>
  <dcterms:modified xsi:type="dcterms:W3CDTF">2026-09-22T09:03:56Z</dcterms:modified>
</cp:coreProperties>
</file>