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8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INTRODUCCIÓN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Containers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propio entorno de trabajo dentro de un contenedor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un Dev Container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Dev Containers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Java, Node o cualquier herramienta del curso directamente en tu ordenador tiene los mismos problemas que con Docker: una versión distinta a la de tu compañero, otro sistema operativo, media mañana perdida configurando un portátil nuevo.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08676" cy="19202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273405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ahora, con Docker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227832"/>
            <a:ext cx="48600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Metías un servicio dentro de un contenedor, como una base de datos, y tu aplicación se conectaba a él.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1636" y="2606040"/>
            <a:ext cx="5408676" cy="19202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460236" y="273405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643116" y="269748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 Dev Container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5956" y="3227832"/>
            <a:ext cx="48600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Metes dentro tu propio entorno de programación, y tu editor se conecta ahí para trabajar como si fuera tu ordenador.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idea que ya conoces de Docker, aplicada a tu entorno de trabajo.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parte que cuesta entender la primera vez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Dev Containers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“¿Cómo que mi editor está dentro de un contenedor, si lo sigo viendo en mi propia pantalla?” La ventana se queda en tu ordenador; el trabajo de verdad corre dentro del contenedor.</a:t>
            </a:r>
            <a:endParaRPr lang="en-US" sz="2000" dirty="0"/>
          </a:p>
        </p:txBody>
      </p:sp>
      <p:pic>
        <p:nvPicPr>
          <p:cNvPr id="6" name="Image 0" descr="C:/Users/Aitor/Documents/apuntes-profe/acceso-a-datos/docs/tema0/img/devcontainers/devcontainer_dos_mitades.png"/>
          <p:cNvPicPr>
            <a:picLocks noChangeAspect="1"/>
          </p:cNvPicPr>
          <p:nvPr/>
        </p:nvPicPr>
        <p:blipFill>
          <a:blip r:embed="rId3"/>
          <a:srcRect t="4807" b="4477"/>
          <a:stretch>
            <a:fillRect/>
          </a:stretch>
        </p:blipFill>
        <p:spPr>
          <a:xfrm>
            <a:off x="1571830" y="1791477"/>
            <a:ext cx="8877341" cy="45425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ocurre paso a paso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1498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Dev Containers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evcontainers/devcontainer_flujo_pasos.png"/>
          <p:cNvPicPr>
            <a:picLocks noChangeAspect="1"/>
          </p:cNvPicPr>
          <p:nvPr/>
        </p:nvPicPr>
        <p:blipFill>
          <a:blip r:embed="rId3"/>
          <a:srcRect t="4913" b="10078"/>
          <a:stretch>
            <a:fillRect/>
          </a:stretch>
        </p:blipFill>
        <p:spPr>
          <a:xfrm>
            <a:off x="818196" y="1024035"/>
            <a:ext cx="10784824" cy="51714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fichero que lo describe todo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Dev Containers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evcontainers/devcontainer_json_anatomia.png"/>
          <p:cNvPicPr>
            <a:picLocks noChangeAspect="1"/>
          </p:cNvPicPr>
          <p:nvPr/>
        </p:nvPicPr>
        <p:blipFill>
          <a:blip r:embed="rId3"/>
          <a:srcRect t="5192" b="6372"/>
          <a:stretch>
            <a:fillRect/>
          </a:stretch>
        </p:blipFill>
        <p:spPr>
          <a:xfrm>
            <a:off x="1909309" y="868680"/>
            <a:ext cx="8370334" cy="41754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57800"/>
            <a:ext cx="11091672" cy="10515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34924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vez de image, puede usar dockerComposeFile y service: el mismo docker-compose.yml que levanta tu base de datos puede levantar también el contenedor donde vive tu editor.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relación con Docker, en una frase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Dev Containers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evcontainers/devcontainer_vs_contenedor_servi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804" y="939245"/>
            <a:ext cx="6331344" cy="3571333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1672" cy="219456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Contenedor de servicio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Container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hace?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 un programa al que tu código se conecta desde fuera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Aloja tu propio entorno de programación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se conecta?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 aplicación, por red y puerto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 editor, directamente desde dentro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de imagen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postgres:18-alpine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mcr.microsoft.com/devcontainers/base:debian-12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Dev Containers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31536" cy="22860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4379976" cy="213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Dev Container usa Docker para alojar tu propio entorno de programación, no un servicio.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08776" y="1097280"/>
            <a:ext cx="5431536" cy="22860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91656" y="196596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91656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7456" y="1170432"/>
            <a:ext cx="4379976" cy="213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editor se conecta dentro, guiado por un fichero .devcontainer/devcontainer.json.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431536" cy="22860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4379976" cy="213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ventana del editor no cambia: lo que cambia es dónde corren la terminal, el depurador y el autocompletado.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3611880"/>
            <a:ext cx="5431536" cy="22860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91656" y="448056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91656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77456" y="3685032"/>
            <a:ext cx="4379976" cy="2139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devcontainer.json puede partir de una image suelta o de un servicio de un docker-compose.yml.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417</Words>
  <Application>Microsoft Office PowerPoint</Application>
  <PresentationFormat>Panorámica</PresentationFormat>
  <Paragraphs>49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 Containers: tu propio entorno de trabajo</dc:title>
  <dc:subject>PptxGenJS Presentation</dc:subject>
  <dc:creator>Acceso a Datos</dc:creator>
  <cp:lastModifiedBy>VENTURA EDO, AITOR</cp:lastModifiedBy>
  <cp:revision>2</cp:revision>
  <dcterms:created xsi:type="dcterms:W3CDTF">2026-09-21T14:59:41Z</dcterms:created>
  <dcterms:modified xsi:type="dcterms:W3CDTF">2026-09-21T15:13:02Z</dcterms:modified>
</cp:coreProperties>
</file>