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684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Git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versiones desde cero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Git?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0647" y="1465840"/>
            <a:ext cx="1109167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21815" y="1529848"/>
            <a:ext cx="10689336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es un sistema de control de versiones: guarda el historial de un proyecto, registra quién hizo cada cambio y cuándo, y permite volver atrás si algo se rompe.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647" y="251740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03527" y="251740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0647" y="3120904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el historial completo de cambios del proyecto.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cuándo y quién hizo cada cambio.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volver a cualquier versión anterior.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el trabajo en equipo sin que nadie se pise.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0647" y="5132584"/>
            <a:ext cx="1109167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21815" y="5196592"/>
            <a:ext cx="10689336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Metáfora: Git es como una máquina del tiempo para tu proyecto. Guardas "puntos de control" y puedes viajar de vuelta a cualquiera de ellos.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necesitamos control de versiones?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0164" y="119329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Git, cuando programamos suele pasar esto: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0164" y="1714500"/>
            <a:ext cx="110916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"Antes funcionaba… ¿qué he tocado?"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"Voy a guardar una copia por si acaso"  →  final.zip, final_final.zip, ahora_si.zip…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mezclado cambios de varias cosas y ya no sé separarlos."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borrado algo importante sin querer."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0164" y="404622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51332" y="411022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resuelve todo eso: crea un historial ordenado y recuperable. Sin copias manuales, sin archivos _final_v2.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0164" y="5006340"/>
            <a:ext cx="11091672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51332" y="507034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Además, cuando trabajas en equipo, Git permite que varias personas trabajen sobre el mismo proyecto sin sobrescribirse. Eso lo veremos en el tema de GitHub.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commit?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460987"/>
            <a:ext cx="11091672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68096" y="1524995"/>
            <a:ext cx="106893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commit es un punto de guardado del proyecto: una "foto" de cómo estaba todo en ese momento.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421107"/>
            <a:ext cx="5454396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49808" y="2421107"/>
            <a:ext cx="50886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Metáfora: guardar partida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2997179"/>
            <a:ext cx="54543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Estás programando (jugando).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Llegas a un punto estable.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Guardas la partida → haces un commit.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lías, vuelves a esa partida.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04204" y="2421107"/>
            <a:ext cx="5454396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87084" y="2421107"/>
            <a:ext cx="50886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lleva un commit?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04204" y="2997179"/>
            <a:ext cx="54543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"foto" del estado de los archivos.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autor (nombre y email).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 y hora.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mensaje descriptivo.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871699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68096" y="4935707"/>
            <a:ext cx="106893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mensaje de commit debe decir QUÉ has hecho y PARA QUÉ.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buenos:  "Añade lista inicial de libros"  ·  "Corrige cálculo del total con descuento"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que más cuesta: el staging (la bandeja)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71085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no funciona como un «Guardar» de Word. Antes del commit hay un paso intermedio: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719725"/>
            <a:ext cx="3453384" cy="1051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792877"/>
            <a:ext cx="3270504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Trabajas 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cambias archivos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9144" y="1719725"/>
            <a:ext cx="365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84904" y="1719725"/>
            <a:ext cx="3453384" cy="1051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276344" y="1792877"/>
            <a:ext cx="3270504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Seleccionas lo que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quieres guardar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el staging 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38288" y="1719725"/>
            <a:ext cx="365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04048" y="1719725"/>
            <a:ext cx="3453384" cy="1051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095488" y="1792877"/>
            <a:ext cx="3270504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Guardas esa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con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area (también llamado índex o bandeja)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712464"/>
            <a:ext cx="110916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está en staging  →  "esto SÍ va al próximo commit".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está en staging  →  "esto todavía no".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guarda lo que hayas puesto en staging, no todo lo que hay en la carpeta.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072587"/>
            <a:ext cx="11091672" cy="65836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58368" y="5136595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= "pon esto en la bandeja"       git commit = "pega lo de la bandeja en el historial"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— las tres zonas de Git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99032"/>
            <a:ext cx="2843784" cy="1920240"/>
          </a:xfrm>
          <a:prstGeom prst="roundRect">
            <a:avLst/>
          </a:prstGeom>
          <a:solidFill>
            <a:srgbClr val="FBEAEA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2569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Escritorio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(working directory)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76272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editas, pruebas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rompes cosas.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cambios viven aquí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cualquier paso.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92424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4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92424" y="213055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672584" y="1399032"/>
            <a:ext cx="2843784" cy="19202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09744" y="1490472"/>
            <a:ext cx="2569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Bandeja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(staging area)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55464" y="2176272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colocas lo que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quieres guardar.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lo mueve aquí.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16368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4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16368" y="213055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796528" y="1399032"/>
            <a:ext cx="2843784" cy="19202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933688" y="1490472"/>
            <a:ext cx="2569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(repository)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79408" y="2176272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quedan guardadas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versiones (commits).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cierra el paso.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93592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31520" y="359359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existe la bandeja?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197096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los cambios se mezclan. Mientras arreglas un bug, también tocas el README y un CSS. Con staging puedes hacer un commit para cada cosa y el historial queda limpio.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020056"/>
            <a:ext cx="11091672" cy="594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49808" y="5084064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"Ahora guardo solo el bug.  Después el README.  Después el CSS."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— commits limpios: uno por idea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658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Supón que has tocado 3 archivos: Pedido.java (bug) · README.md (texto) · styles.css (estilo).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741932"/>
            <a:ext cx="5010729" cy="36576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1741932"/>
            <a:ext cx="48735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Lo que NO interesa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96529" y="1741932"/>
            <a:ext cx="5898063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787969" y="1741932"/>
            <a:ext cx="576090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Lo recomendable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99132"/>
            <a:ext cx="5010729" cy="7315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02920" y="2199132"/>
            <a:ext cx="73152" cy="7315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1520" y="2290572"/>
            <a:ext cx="469068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"Cambios"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96529" y="2199132"/>
            <a:ext cx="5898063" cy="2057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696529" y="2199132"/>
            <a:ext cx="73152" cy="2057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925129" y="2290572"/>
            <a:ext cx="5578023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Pedido.java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"Corrige bug en cálculo"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"Actualiza instrucciones"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styles.css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"Mejora estilos del layout"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439412"/>
            <a:ext cx="501072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commit «batiburrillo»: mezcla todo y luego cuesta entenderlo o deshacerlo.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439412"/>
            <a:ext cx="11091672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04088" y="4503420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claro, más fácil deshacer por partes, revisiones más rápidas.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5216652"/>
            <a:ext cx="11091672" cy="594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04088" y="5280660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.  mete en staging TODO lo nuevo/modificado. Al principio, mejor añadir archivo a archivo.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un archivo en Git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82216"/>
            <a:ext cx="2487168" cy="155448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75724" y="181765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2389" y="222336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 ve pero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 sigue.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(archivo nuevo)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38144" y="1682216"/>
            <a:ext cx="2487168" cy="15544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529584" y="17553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9584" y="2230856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has editado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último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58042" y="1682216"/>
            <a:ext cx="2487168" cy="15544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365530" y="1754015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4808" y="222245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en la bandeja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(git add).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commit.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09314" y="1682216"/>
            <a:ext cx="2487168" cy="1554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295529" y="17553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5529" y="2230856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Guardado en 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8685" y="380591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61565" y="380591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rápido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8685" y="4381982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Creas hola.txt  →  Untracked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hola.txt  →  Staged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…  →  Committed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Editas hola.txt  →  Modified  (hay que volver a hacer git add)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de Git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6692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nada: comprueba si ya lo tienes.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664208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devuelve "git version 2.4x.x"  →  ya lo tienes, para clase te vale.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sale "command not found"  →  hay que instalarlo.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1520" y="3172968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sistema operativo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627114"/>
              </p:ext>
            </p:extLst>
          </p:nvPr>
        </p:nvGraphicFramePr>
        <p:xfrm>
          <a:off x="548640" y="3813048"/>
          <a:ext cx="11091672" cy="256032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instalarlo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 Git for Windows (git-scm.com/install/windows). Incluye Git Bash — úsala al principio.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 git --version. Si macOS pide instalar Command Line Tools, acepta y espera.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 (Debian/Ubuntu)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sudo apt update &amp;&amp; sudo apt install git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7068312"/>
            <a:ext cx="11091672" cy="685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49808" y="7132320"/>
            <a:ext cx="1068933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crear repos dentro de OneDrive o Google Drive: pueden aparecer cambios «fantasma» al cambiar de versión.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básica (una sola vez)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guarda en cada commit quién lo hizo. Sin esto, Git se quejará con "Please tell me who you are".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 Nombre y email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091672" cy="12344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73152" cy="12344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2176272"/>
            <a:ext cx="107716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"Tu Nombre"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"tuemail@ejemplo.com"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Comprobar que ha quedado bien: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--list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 Rama por defecto: main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9651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77240" y="418795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init.defaultBranch main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 Editor por defecto (recomendado con VS Code)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37667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48640" y="5376672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77240" y="546811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core.editor "code --wait"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6062472"/>
            <a:ext cx="11091672" cy="594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49808" y="6126480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configuraciones se guardan en ~/.gitconfig y se aplican a todos los repos del ordenador.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repositorio: git init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0164" y="6289763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4980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Git empiece a guardar el historial de un proyecto, necesitas inicializar un repositorio: una carpeta «con Git activado».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17763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17763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93835"/>
            <a:ext cx="11091672" cy="868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293835"/>
            <a:ext cx="73152" cy="8686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77240" y="2385275"/>
            <a:ext cx="10771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~/Documents/pruebas_git   # Entra en la carpeta del proyecto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                    # Inicializa Git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    # Comprueba que está listo</a:t>
            </a:r>
            <a:endParaRPr lang="en-US" sz="1400" dirty="0"/>
          </a:p>
        </p:txBody>
      </p:sp>
      <p:pic>
        <p:nvPicPr>
          <p:cNvPr id="12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580" y="3226523"/>
            <a:ext cx="6720840" cy="26060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50164" y="6015443"/>
            <a:ext cx="11091672" cy="685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51332" y="6079451"/>
            <a:ext cx="1068933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carpeta .git/ es la memoria del repositorio. NO la borres ni edites a mano: si la eliminas, el proyecto pierde todo el historial.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— ¿qué está pasando?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52658"/>
            <a:ext cx="11091672" cy="74980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1016666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te dice en qué situación está el repo y en qué estado están tus archivos. Úsalo siempre antes de git add y git commit.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67058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67058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958498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552858"/>
            <a:ext cx="5404104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204618"/>
            <a:ext cx="110916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to be committed: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está en staging, listo para el próximo commit.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files: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 lo ve, pero aún no lo sigue (hay que hacer git add).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— ¿qué ha cambiado exactamente?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5295"/>
            <a:ext cx="11091672" cy="74980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1119303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muestra los cambios línea a línea respecto al último commit. Útil para revisar qué has tocado antes de guardar. No cambia nada.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9695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969695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2061135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044" y="2655495"/>
            <a:ext cx="6912864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307255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líneas con  +  son lo nuevo que has añadido.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líneas con  —  son lo que has eliminado o reemplazado.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solo ejecutas git diff, el proyecto no cambia.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— pongo esto en la bandeja (staging)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no guarda nada todavía: solo prepara archivos para el próximo commit.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673352"/>
            <a:ext cx="731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764792"/>
            <a:ext cx="10771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adios.txt            # Un archivo concreto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adios.txt hola.txt   # Varios a la vez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   # Todo lo nuevo/modificado (con cuidado)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2770632"/>
            <a:ext cx="5440680" cy="2194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14807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to be committed: new file adios.txt, modified hola.txt  →  están en staging.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files: hasta-luego.txt  →  sigue fuera porque no has hecho git add.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5856265"/>
            <a:ext cx="11091672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49808" y="5929599"/>
            <a:ext cx="10689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.  mete en staging TODO lo nuevo/modificado. Al principio, mejor añadir archivo a archivo.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— guardo la partida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guarda en el historial lo que esté en staging. Solo lo que tú has puesto con git add.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11091672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73152" cy="10058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107716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"Añado los archivos hola y adios"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corregir el mensaje del último commit (antes de subir):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--amend -m "Mensaje corregido"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972" y="2907792"/>
            <a:ext cx="5779008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559552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confirma el commit: hash corto y mensaje.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files changed  →  los archivos que estaban en staging.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hasta-luego.txt sigue en Untracked — no se guardó porque NO estaba en staging.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 — el historial de commits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44543"/>
            <a:ext cx="4788896" cy="1920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344543"/>
            <a:ext cx="73152" cy="1920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1435983"/>
            <a:ext cx="446885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Historial completo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Una línea por commit (el más usado)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gráfico de ramas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</a:t>
            </a:r>
            <a:endParaRPr lang="en-US" sz="1400" dirty="0"/>
          </a:p>
        </p:txBody>
      </p:sp>
      <p:pic>
        <p:nvPicPr>
          <p:cNvPr id="8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416" y="1344543"/>
            <a:ext cx="4517136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465951"/>
            <a:ext cx="11091672" cy="621792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49808" y="3529959"/>
            <a:ext cx="106893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→ main: estás en la rama main y HEAD apunta al último commit.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252335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31520" y="4252335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hash: identificador único de cada commit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49286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commit tiene un hash largo (a3f8c21d…). No hace falta escribirlo entero: con los 7 primeros caracteres es suficiente. Esos son los que usarás en git show, git revert y git reset.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 --oneline — una línea por commit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96012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400" dirty="0"/>
          </a:p>
        </p:txBody>
      </p:sp>
      <p:pic>
        <p:nvPicPr>
          <p:cNvPr id="8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11091672" cy="28254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626864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49808" y="4690872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caracteres del inicio de cada línea (1cd8f5a, 448751c…) son el hash abreviado. Los usarás en git show, git revert y git reset.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541264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→ main: estás en la rama main y en el commit más reciente.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restore — descartar cambios de un archivo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15331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modificas un archivo y no quieres esos cambios, puedes volver al estado del último commit.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hola.txt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404872"/>
            <a:ext cx="5148072" cy="2560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148072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git diff muestra las líneas nuevas (+).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git restore hola.txt.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volver a ejecutar git diff, no sale nada  →  el archivo ha vuelto al estado del último commit.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6132451"/>
            <a:ext cx="11091672" cy="59436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49808" y="6196459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CUIDADO: git restore borra cambios no guardados en commits. Si te importan, haz commit antes.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restore --staged — sacar del staging sin borrar cambios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cuando has hecho git add por error: saca el archivo del staging, pero los cambios en el archivo se mantienen.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11091672" cy="804672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73152" cy="8046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56232"/>
            <a:ext cx="1077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hasta-luego.txt           # Lo metes en staging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hasta-luego.txt  # Te arrepientes y lo sacas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052" y="2752344"/>
            <a:ext cx="4498848" cy="274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696712"/>
            <a:ext cx="11091672" cy="65836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49808" y="5760720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Truco mental:    restore --staged = "saca de la bandeja"     restore (sin --staged) = "deshaz cambios del archivo"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 una versión anterior — ¿qué quiero exactamente?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actuar, hazte esta pregunta: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48556" y="1417320"/>
            <a:ext cx="3291840" cy="640080"/>
          </a:xfrm>
          <a:prstGeom prst="roundRect">
            <a:avLst/>
          </a:prstGeom>
          <a:solidFill>
            <a:srgbClr val="FBEAEA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448556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necesitas?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200400" cy="658368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21792" y="2167128"/>
            <a:ext cx="3054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qué cambió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3200400" cy="71323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99008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&lt;hash&gt;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69080" y="2167128"/>
            <a:ext cx="3200400" cy="658368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142232" y="2167128"/>
            <a:ext cx="3054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un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concreto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69080" y="2990088"/>
            <a:ext cx="3200400" cy="71323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160520" y="299008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--source=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&lt;hash&gt; archivo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2167128"/>
            <a:ext cx="3200400" cy="658368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662672" y="2167128"/>
            <a:ext cx="3054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Deshacer un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entero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89520" y="2990088"/>
            <a:ext cx="3200400" cy="713232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680960" y="299008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¿Ya lo has subido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GitHub?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3858768"/>
            <a:ext cx="320040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680960" y="38587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 →  git revert  (conserva historial)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0" y="4544568"/>
            <a:ext cx="3200400" cy="594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680960" y="45445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 →  git reset  (puede borrar historial)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58968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548640" y="5458968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77240" y="5550408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  # Siempre el primer paso: ver qué commits tienes y sus hashes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qué cambió un commit: git show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deshacer nada, conviene ver exactamente qué hizo ese commit. Mientras solo ejecutas git show, no cambias nada en el proyecto.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5623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58fbc71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2450592"/>
            <a:ext cx="5559552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468112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líneas con  +  son lo que ese commit añadió.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líneas con  —  son lo que eliminó.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es una consulta — el proyecto no cambia.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A — Recuperar un archivo a como estaba 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4980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 un archivo concreto ha empeorado y quieres recuperarlo a una versión anterior, sin tocar el resto del proyecto ni el historial.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804672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8046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77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--source=58fbc71 llibres.txt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llibres.txt    # Comprueba el resultado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316" y="2770632"/>
            <a:ext cx="7132320" cy="2103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056632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archivo queda exactamente como estaba en ese commit.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lo muestra como modified — el historial NO ha cambiado.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guardarlo definitivamente: git add + git commit después.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deshace el commit — solo trae una versión antigua del archivo a tu carpeta.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B — Deshacer un commit completo: git revert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revert crea un commit nuevo que deshace exactamente los cambios de un commit anterior. No borra nada del historial: es la opción más segura.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73152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1cd8f5a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496312"/>
            <a:ext cx="5751576" cy="2377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056632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genera el mensaje del commit de reversión automáticamente.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original sigue en el historial, neutralizado.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Úsalo siempre que hayas subido el repo a GitHub o haya más personas. No reescribe el historial.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C — git reset: situación de partida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57931"/>
            <a:ext cx="11091672" cy="804672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1221939"/>
            <a:ext cx="10689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mueve HEAD hacia atrás en el historial. Más potente que revert: borra commits como si nunca hubieran existido. Solo para repos locales que nadie más ha visto.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45483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ejemplos (--soft, --mixed, --hard) parten del mismo repo con estos 3 commits:</a:t>
            </a:r>
            <a:endParaRPr lang="en-US" sz="1600" dirty="0"/>
          </a:p>
        </p:txBody>
      </p:sp>
      <p:pic>
        <p:nvPicPr>
          <p:cNvPr id="8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21555"/>
            <a:ext cx="11091672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162072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más reciente («Corregeix majuscules del titol») es el que va a desaparecer con el reset. Lo que cambia entre las tres variantes: ¿adónde van sus cambios?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--soft — cambios en staging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desaparece, pero Git deja los cambios ya preparados para el siguiente commit — como si ya hubieras hecho git add. Solo falta git commit.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91672" cy="960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73152" cy="9601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10771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continuación puedes hacer directamente: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"mensaje correcto"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2953512"/>
            <a:ext cx="6391656" cy="2468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605272"/>
            <a:ext cx="11091672" cy="658368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49808" y="5669280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--short muestra  "M  llibres.txt"  — la M está en la zona de staging. No hace falta git add.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--mixed — cambios en el escritorio (opción por defecto)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desaparece y los cambios vuelven al archivo, pero Git NO los prepara para el siguiente commit. Es como si nunca hubieras hecho git add.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91672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73152" cy="10972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107716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HEAD~1      # --mixed es el comportamiento por defecto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continuación necesitas: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llibres.txt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"mensaje"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3090672"/>
            <a:ext cx="5111496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742432"/>
            <a:ext cx="110916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avisa: "Unstaged changes after reset".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--short muestra  " M llibres.txt"  — la M está en la zona de trabajo (fuera de staging).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con --soft: necesitas git add antes de poder hacer commit. Con --soft no.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--hard — cambios borrados definitivamente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desaparece Y los cambios se borran definitivamente. El proyecto vuelve exactamente al estado del commit anterior. Sin vuelta atrás.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91672" cy="749808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73152" cy="74980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10771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HEAD~1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 responde: HEAD is now at &lt;hash&gt; &lt;mensaje&gt;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2743200"/>
            <a:ext cx="4828032" cy="274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6692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log pasa de 3 a 2 commits.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llibres.txt muestra el archivo sin la corrección de mayúsculas — ese cambio ha desaparecido.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papelera ni deshacer. Úsalo solo si estás completamente seguro.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— comparativa de las tres variantes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única pregunta que importa: ¿adónde van los cambios del commit eliminado?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1672" cy="3291840"/>
        </p:xfrm>
        <a:graphic>
          <a:graphicData uri="http://schemas.openxmlformats.org/drawingml/2006/table">
            <a:tbl>
              <a:tblPr/>
              <a:tblGrid>
                <a:gridCol w="1441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65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¿Adónde van los cambios?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status muestra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Siguiente paso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¿Recuperable?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--soft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 (listos para commit)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 archivo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 en zona staging)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commit directamente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--mixed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Escritorio de trabajo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 archivo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 en zona trabajo)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add + git commit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--hard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borran definitivamente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(nada)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02352"/>
            <a:ext cx="11091672" cy="74980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49808" y="5166360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práctica: si el repo solo es tuyo y es local  →  git reset.  Si ya lo has subido o hay más gente  →  git revert.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— archivos que no queremos guardar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5836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archivo .gitignore le dice a Git qué archivos o carpetas debe ignorar aunque estén en la carpeta del proyecto.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010729" cy="3291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73152" cy="32918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690689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Archivos de log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Compilación Java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/target/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/out/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*.class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IntelliJ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*.iml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Credenciales — NUNCA subir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secrets.txt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42249" y="1691640"/>
            <a:ext cx="5898063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925129" y="1691640"/>
            <a:ext cx="553230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Sintaxis de patrones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42249" y="2267712"/>
            <a:ext cx="5898063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*.log  →  cualquier archivo que acabe en .log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/tmp/  →  carpeta tmp en la raíz del repo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.idea/  →  carpeta de configuración de IntelliJ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secrets.txt  →  archivo concreto por nombre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36241" y="4198410"/>
            <a:ext cx="5239512" cy="749808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925129" y="4262418"/>
            <a:ext cx="50494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afecta a lo que aún no está en el historial. Si ya fue commiteado, git rm --cached &lt;archivo&gt; es necesario.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36241" y="5085378"/>
            <a:ext cx="5239512" cy="65836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925129" y="5149386"/>
            <a:ext cx="5049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gitignore.io genera un .gitignore completo para tu tipo de proyecto (Java, Node, Python…) con un clic.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rápida — todos los comandos esenciales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Git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771695"/>
              </p:ext>
            </p:extLst>
          </p:nvPr>
        </p:nvGraphicFramePr>
        <p:xfrm>
          <a:off x="548640" y="1139272"/>
          <a:ext cx="11091672" cy="5074920"/>
        </p:xfrm>
        <a:graphic>
          <a:graphicData uri="http://schemas.openxmlformats.org/drawingml/2006/table">
            <a:tbl>
              <a:tblPr/>
              <a:tblGrid>
                <a:gridCol w="5767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4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Inicializar un repositorio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init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el estado del repo y los archivos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qué cambió línea a línea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diff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Añadir un archivo al staging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add &lt;archivo&gt;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Guardar un commit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commit -m "mensaje"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el historial (resumido)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log --oneline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Descartar cambios de un archivo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restore &lt;archivo&gt;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Sacar un archivo del staging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restore --staged &lt;archivo&gt;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qué hizo un commit concreto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show &lt;hash&gt;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Recuperar un archivo a una versión anterior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restore --source=&lt;hash&gt; &lt;archivo&gt;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Deshacer un commit (seguro, conserva historial)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revert &lt;hash&gt;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Deshacer commit, cambios en staging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reset --soft HEAD~1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Deshacer commit, cambios en escritorio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reset HEAD~1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Deshacer commit y borrar cambios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reset --hard HEAD~1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3312</Words>
  <Application>Microsoft Office PowerPoint</Application>
  <PresentationFormat>Panorámica</PresentationFormat>
  <Paragraphs>410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3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Git (local): control de versiones desde cero</dc:title>
  <dc:subject>PptxGenJS Presentation</dc:subject>
  <dc:creator>Acceso a Datos</dc:creator>
  <cp:lastModifiedBy>VENTURA EDO, AITOR</cp:lastModifiedBy>
  <cp:revision>2</cp:revision>
  <dcterms:created xsi:type="dcterms:W3CDTF">2026-07-08T09:17:05Z</dcterms:created>
  <dcterms:modified xsi:type="dcterms:W3CDTF">2026-07-08T09:49:01Z</dcterms:modified>
</cp:coreProperties>
</file>