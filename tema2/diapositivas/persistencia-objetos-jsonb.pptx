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21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2: BD OBJETO-RELACIONALES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de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con JSONB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Persistencia de objetos con JSONB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de objetos con JSONB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14630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ahora, cada atributo de tus entidades se almacenaba normalmente en una columna independiente. Este apartado introduce una posibilidad intermedia entre el modelo relacional clásico y las bases de datos orientadas a objetos: utilizar capacidades objeto-relacionales de PostgreSQL para almacenar datos estructurados dentro de una columna.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jsonb, PostgreSQL no guarda directamente un objeto Java ni sus métodos. Guarda su representación como un documento JSON, que Hibernate puede convertir al escribir y reconstruir al leer.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rápido: qué es JSON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(JavaScript Object Notation) es un formato de texto para representar datos estructurados: objetos (pares clave-valor entre {}), arrays (listas entre []), y valores anidables entre ambos: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50164" y="2140909"/>
            <a:ext cx="11091672" cy="2393302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50164" y="2140909"/>
            <a:ext cx="73152" cy="20116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4484" y="2250637"/>
            <a:ext cx="1058875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"tapaDura":{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"isbn":"978-84-376-0494-7",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"paginas":496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"ebook":{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"formato":"epub"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ha convertido en el formato universal de intercambio de datos porque es legible por humanos, ligero, y prácticamente todos los lenguajes lo leen y escriben de forma nativa.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simple, objeto estructurado y jsonb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2/img/tema2_fila_hibr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194" y="960120"/>
            <a:ext cx="7144564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166360"/>
            <a:ext cx="11091672" cy="11887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2578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 (JSON binario) permite que una fila normal, de una tabla normal, lleve dentro un objeto JSON completo —con estructura que puede variar de una fila a otra— conviviendo con las columnas y claves foráneas de siempre.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o jsonb, y ninguna conexión nueva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08676" cy="42062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77240" y="131673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vs. jsonb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486003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guarda el texto tal cual, sin analizarlo. jsonb lo analiza y lo guarda en un formato binario, indexable y más rápido de consultar.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jsonb es casi siempre la opción preferida, salvo que necesites preservar el texto original exacto (espacios, orden de claves).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31636" y="1188720"/>
            <a:ext cx="5408676" cy="42062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460236" y="131673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643116" y="128016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base de datos aparte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5956" y="1810512"/>
            <a:ext cx="486003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una base de datos documental (eso lo verás en el Tema 3) ni una conexión distinta.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siendo el mismo PostgreSQL y el mismo DataSource del Tema 1, gestionado exactamente igual: una columna jsonb no abre ni cierra nada por su cuenta.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ejemplo completo: detallesEdicion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libro puede existir en varios formatos (tapa dura, bolsillo, ebook), cada uno con sus propios datos: un objeto estructurado dentro de la entidad Libro.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2423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3152" cy="24231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801368"/>
            <a:ext cx="10588752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@Table(name = "libro")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Libro {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id, titulo, precio, fechaPublicacion ...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@JdbcTypeCode(SqlTypes.JSON)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@Column(columnDefinition = "jsonb")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Map&lt;String, Object&gt; detallesEdicion;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1091672" cy="11887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@Column(columnDefinition = "jsonb") le dice a Hibernate qué tipo de columna PostgreSQL usar; @JdbcTypeCode(SqlTypes.JSON) le dice cómo tratar ese campo: como JSON, no como un texto plano cualquiera.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Hibernate guarda y lee el 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2/img/tema2_mapeo_map_a_json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59" y="960120"/>
            <a:ext cx="8037634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235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tipo Java es un simple Map&lt;String, Object&gt;: no necesitas una clase por cada estructura posible, el mapa acepta cualquier forma de JSON.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JSONB y no una tabla nueva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 que ya sabes del Tema 1, podrías haber modelado esto como una tabla detalle_edicion con @OneToMany. ¿Por qué elegir JSONB?</a:t>
            </a:r>
            <a:endParaRPr lang="en-US" sz="1650" dirty="0"/>
          </a:p>
        </p:txBody>
      </p:sp>
      <p:pic>
        <p:nvPicPr>
          <p:cNvPr id="6" name="Image 0" descr="C:/Users/Aitor/Documents/apuntes-profe/acceso-a-datos/docs/tema2/img/tema2_relacional_vs_json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688" y="1600200"/>
            <a:ext cx="844357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pérdida de tipado, en la práctica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08676" cy="50292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relacional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31636" y="1097280"/>
            <a:ext cx="5408676" cy="502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14516" y="1097280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 JSONB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08676" cy="1143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73152" cy="11430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1801368"/>
            <a:ext cx="490575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detalleEdicion.getPaginas()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ese método no existe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1636" y="1691640"/>
            <a:ext cx="5408676" cy="1143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231636" y="1691640"/>
            <a:ext cx="73152" cy="11430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505956" y="1801368"/>
            <a:ext cx="490575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detallesEdicion.get("pagina")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era "paginas": un error de una letra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5408676" cy="173736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777240" y="314553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60120" y="310896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 compilación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3639312"/>
            <a:ext cx="4860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ni llega a ejecutarse: el compilador te avisa antes.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6231636" y="3017520"/>
            <a:ext cx="5408676" cy="173736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460236" y="314553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643116" y="310896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 sin problema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05956" y="3639312"/>
            <a:ext cx="4860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fallo aparece al ejecutar: un null inesperado (o un ClassCastException si asumías un tipo).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10058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compilador ya no te cubre las espaldas: pasa a ser responsabilidad tuya, en tiempo de ejecución.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Índices: sin índice, con GIN y con B-tree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2/img/tema2_indice_btree_vs_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59" y="960120"/>
            <a:ext cx="8037634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57784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66928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(Generalized Inverted Index) está diseñado para localizar elementos dentro de valores compuestos como JSONB, arrays o texto. El B-tree, en cambio, trabaja sobre valores escalares.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el índice GIN y usarlo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960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73152" cy="9601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1058875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idx_libro_detalles_edicion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libro USING GIN (detalles_edicion);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operador ? permite comprobar si existe una clave en el nivel superior del documento: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1672" cy="868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73152" cy="8686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2761488"/>
            <a:ext cx="1058875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libro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detalles_edicion ? 'ebook';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91672" cy="16002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10543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índice puede acelerar la consulta, pero PostgreSQL no lo usa siempre: con pocas filas prefiere recorrer la tabla entera. Por eso en la Actividad 2.1 generarás 100.000 filas y compararás el plan de la misma consulta antes y después de crear el índice.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 la columna vs. null dentro del JSON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2/img/tema2_tres_estados_n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747" y="1005840"/>
            <a:ext cx="925545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es un gestor objeto-relacional: mantiene el modelo de tablas y relaciones, pero incorpora tipos avanzados como JSONB para datos estructurados.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08776" y="109728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91656" y="19202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9165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7456" y="117043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 guarda JSON en formato binario indexable: preferible a JSON (texto plano) salvo que necesites preservar el formato exacto.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59359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@JdbcTypeCode(SqlTypes.JSON) + @Column(columnDefinition = "jsonb") mapean un Map&lt;String, Object&gt; Java contra una columna jsonb.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08776" y="352044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91656" y="434340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91656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77456" y="359359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simple = valor escalar; objeto estructurado = objeto anidado con posibles colecciones dentro.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(cont.)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Persistencia de objetos con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 gana en flexibilidad de esquema, pero pierde integridad referencial y tipado estricto frente a una tabla relacional: es una decisión de diseño con trade-offs.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08776" y="109728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91656" y="19202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9165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7456" y="117043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 no abre ninguna conexión nueva: reutiliza el mismo DataSource del Tema 1.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59359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índice GIN acelera consultas por el contenido de una columna JSONB; un B-tree no sabe mirar dentro del objeto. Solo gana con volumen y consultas selectivas.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08776" y="352044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91656" y="434340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91656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77456" y="359359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 columna, null dentro del JSON y objeto vacío {} son tres estados distintos, con un resultado diferente al comprobar "existe la clave".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</Words>
  <Application>Microsoft Office PowerPoint</Application>
  <PresentationFormat>Panorámica</PresentationFormat>
  <Paragraphs>114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Persistencia de objetos con JSONB</dc:title>
  <dc:subject>PptxGenJS Presentation</dc:subject>
  <dc:creator>Acceso a Datos</dc:creator>
  <cp:lastModifiedBy>VENTURA EDO, AITOR</cp:lastModifiedBy>
  <cp:revision>2</cp:revision>
  <dcterms:created xsi:type="dcterms:W3CDTF">2026-10-21T15:15:12Z</dcterms:created>
  <dcterms:modified xsi:type="dcterms:W3CDTF">2026-10-21T15:18:07Z</dcterms:modified>
</cp:coreProperties>
</file>